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Maja Kowalczyk</c:v>
                </c:pt>
              </c:strCache>
            </c:strRef>
          </c:tx>
          <c:spPr>
            <a:solidFill>
              <a:srgbClr val="D8231A"/>
            </a:solidFill>
            <a:ln w="25400" cap="flat">
              <a:solidFill>
                <a:srgbClr val="D823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8231A"/>
              </a:solidFill>
              <a:ln w="9525" cap="flat">
                <a:solidFill>
                  <a:srgbClr val="D8231A"/>
                </a:solidFill>
                <a:prstDash val="solid"/>
                <a:round/>
              </a:ln>
              <a:effectLst/>
            </c:spPr>
          </c:marker>
          <c:cat>
            <c:multiLvlStrRef>
              <c:f>Sheet1!$A$2:$A$13</c:f>
              <c:multiLvlStrCache>
                <c:ptCount val="12"/>
                <c:lvl>
                  <c:pt idx="0">
                    <c:v>S1</c:v>
                  </c:pt>
                  <c:pt idx="1">
                    <c:v>S2</c:v>
                  </c:pt>
                  <c:pt idx="2">
                    <c:v>S3</c:v>
                  </c:pt>
                  <c:pt idx="3">
                    <c:v>S4</c:v>
                  </c:pt>
                  <c:pt idx="4">
                    <c:v>S5</c:v>
                  </c:pt>
                  <c:pt idx="5">
                    <c:v>S6</c:v>
                  </c:pt>
                  <c:pt idx="6">
                    <c:v>S7</c:v>
                  </c:pt>
                  <c:pt idx="7">
                    <c:v>S8</c:v>
                  </c:pt>
                  <c:pt idx="8">
                    <c:v>S9</c:v>
                  </c:pt>
                  <c:pt idx="9">
                    <c:v>S10</c:v>
                  </c:pt>
                  <c:pt idx="10">
                    <c:v>S11</c:v>
                  </c:pt>
                  <c:pt idx="11">
                    <c:v>S12</c:v>
                  </c:pt>
                </c:lvl>
              </c:multiLvlStrCache>
            </c:multiLvlStrRef>
          </c:cat>
          <c:val>
            <c:numRef>
              <c:f>Sheet1!$B$2:$B$13</c:f>
              <c:numCache>
                <c:formatCode>General</c:formatCode>
                <c:ptCount val="12"/>
                <c:pt idx="0">
                  <c:v>0.62</c:v>
                </c:pt>
                <c:pt idx="1">
                  <c:v>0.55</c:v>
                </c:pt>
                <c:pt idx="2">
                  <c:v>0.51</c:v>
                </c:pt>
                <c:pt idx="3">
                  <c:v>0.44</c:v>
                </c:pt>
                <c:pt idx="4">
                  <c:v>0.47</c:v>
                </c:pt>
                <c:pt idx="5">
                  <c:v>0.38</c:v>
                </c:pt>
                <c:pt idx="6">
                  <c:v>0.35</c:v>
                </c:pt>
                <c:pt idx="7">
                  <c:v>0.31</c:v>
                </c:pt>
                <c:pt idx="8">
                  <c:v>0.28</c:v>
                </c:pt>
                <c:pt idx="9">
                  <c:v>0.24</c:v>
                </c:pt>
                <c:pt idx="10">
                  <c:v>0.22</c:v>
                </c:pt>
                <c:pt idx="11">
                  <c:v>0.18</c:v>
                </c:pt>
              </c:numCache>
            </c:numRef>
          </c:val>
          <c:smooth val="0"/>
        </c:ser>
        <c:ser>
          <c:idx val="1"/>
          <c:order val="1"/>
          <c:tx>
            <c:strRef>
              <c:f>Sheet1!$C$1</c:f>
              <c:strCache>
                <c:ptCount val="1"/>
                <c:pt idx="0">
                  <c:v>Class reference</c:v>
                </c:pt>
              </c:strCache>
            </c:strRef>
          </c:tx>
          <c:spPr>
            <a:solidFill>
              <a:srgbClr val="4A4F57"/>
            </a:solidFill>
            <a:ln w="25400" cap="flat">
              <a:solidFill>
                <a:srgbClr val="4A4F5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A4F57"/>
              </a:solidFill>
              <a:ln w="9525" cap="flat">
                <a:solidFill>
                  <a:srgbClr val="4A4F57"/>
                </a:solidFill>
                <a:prstDash val="solid"/>
                <a:round/>
              </a:ln>
              <a:effectLst/>
            </c:spPr>
          </c:marker>
          <c:cat>
            <c:multiLvlStrRef>
              <c:f>Sheet1!$A$2:$A$13</c:f>
              <c:multiLvlStrCache>
                <c:ptCount val="12"/>
                <c:lvl>
                  <c:pt idx="0">
                    <c:v>S1</c:v>
                  </c:pt>
                  <c:pt idx="1">
                    <c:v>S2</c:v>
                  </c:pt>
                  <c:pt idx="2">
                    <c:v>S3</c:v>
                  </c:pt>
                  <c:pt idx="3">
                    <c:v>S4</c:v>
                  </c:pt>
                  <c:pt idx="4">
                    <c:v>S5</c:v>
                  </c:pt>
                  <c:pt idx="5">
                    <c:v>S6</c:v>
                  </c:pt>
                  <c:pt idx="6">
                    <c:v>S7</c:v>
                  </c:pt>
                  <c:pt idx="7">
                    <c:v>S8</c:v>
                  </c:pt>
                  <c:pt idx="8">
                    <c:v>S9</c:v>
                  </c:pt>
                  <c:pt idx="9">
                    <c:v>S10</c:v>
                  </c:pt>
                  <c:pt idx="10">
                    <c:v>S11</c:v>
                  </c:pt>
                  <c:pt idx="11">
                    <c:v>S12</c:v>
                  </c:pt>
                </c:lvl>
              </c:multiLvlStrCache>
            </c:multiLvlStrRef>
          </c:cat>
          <c:val>
            <c:numRef>
              <c:f>Sheet1!$C$2:$C$13</c:f>
              <c:numCache>
                <c:formatCode>General</c:formatCode>
                <c:ptCount val="12"/>
                <c:pt idx="0">
                  <c:v>0.6</c:v>
                </c:pt>
                <c:pt idx="1">
                  <c:v>0.58</c:v>
                </c:pt>
                <c:pt idx="2">
                  <c:v>0.57</c:v>
                </c:pt>
                <c:pt idx="3">
                  <c:v>0.55</c:v>
                </c:pt>
                <c:pt idx="4">
                  <c:v>0.55</c:v>
                </c:pt>
                <c:pt idx="5">
                  <c:v>0.53</c:v>
                </c:pt>
                <c:pt idx="6">
                  <c:v>0.52</c:v>
                </c:pt>
                <c:pt idx="7">
                  <c:v>0.51</c:v>
                </c:pt>
                <c:pt idx="8">
                  <c:v>0.5</c:v>
                </c:pt>
                <c:pt idx="9">
                  <c:v>0.49</c:v>
                </c:pt>
                <c:pt idx="10">
                  <c:v>0.49</c:v>
                </c:pt>
                <c:pt idx="11">
                  <c:v>0.48</c:v>
                </c:pt>
              </c:numCache>
            </c:numRef>
          </c:val>
          <c:smooth val="0"/>
        </c:ser>
        <c:ser>
          <c:idx val="2"/>
          <c:order val="2"/>
          <c:tx>
            <c:strRef>
              <c:f>Sheet1!$D$1</c:f>
              <c:strCache>
                <c:ptCount val="1"/>
                <c:pt idx="0">
                  <c:v>F4 entry</c:v>
                </c:pt>
              </c:strCache>
            </c:strRef>
          </c:tx>
          <c:spPr>
            <a:solidFill>
              <a:srgbClr val="2F80FF"/>
            </a:solidFill>
            <a:ln w="25400" cap="flat">
              <a:solidFill>
                <a:srgbClr val="2F80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80FF"/>
              </a:solidFill>
              <a:ln w="9525" cap="flat">
                <a:solidFill>
                  <a:srgbClr val="2F80FF"/>
                </a:solidFill>
                <a:prstDash val="solid"/>
                <a:round/>
              </a:ln>
              <a:effectLst/>
            </c:spPr>
          </c:marker>
          <c:cat>
            <c:multiLvlStrRef>
              <c:f>Sheet1!$A$2:$A$13</c:f>
              <c:multiLvlStrCache>
                <c:ptCount val="12"/>
                <c:lvl>
                  <c:pt idx="0">
                    <c:v>S1</c:v>
                  </c:pt>
                  <c:pt idx="1">
                    <c:v>S2</c:v>
                  </c:pt>
                  <c:pt idx="2">
                    <c:v>S3</c:v>
                  </c:pt>
                  <c:pt idx="3">
                    <c:v>S4</c:v>
                  </c:pt>
                  <c:pt idx="4">
                    <c:v>S5</c:v>
                  </c:pt>
                  <c:pt idx="5">
                    <c:v>S6</c:v>
                  </c:pt>
                  <c:pt idx="6">
                    <c:v>S7</c:v>
                  </c:pt>
                  <c:pt idx="7">
                    <c:v>S8</c:v>
                  </c:pt>
                  <c:pt idx="8">
                    <c:v>S9</c:v>
                  </c:pt>
                  <c:pt idx="9">
                    <c:v>S10</c:v>
                  </c:pt>
                  <c:pt idx="10">
                    <c:v>S11</c:v>
                  </c:pt>
                  <c:pt idx="11">
                    <c:v>S12</c:v>
                  </c:pt>
                </c:lvl>
              </c:multiLvlStrCache>
            </c:multiLvlStrRef>
          </c:cat>
          <c:val>
            <c:numRef>
              <c:f>Sheet1!$D$2:$D$13</c:f>
              <c:numCache>
                <c:formatCode>General</c:formatCode>
                <c:ptCount val="12"/>
                <c:pt idx="0">
                  <c:v>0.3</c:v>
                </c:pt>
                <c:pt idx="1">
                  <c:v>0.3</c:v>
                </c:pt>
                <c:pt idx="2">
                  <c:v>0.3</c:v>
                </c:pt>
                <c:pt idx="3">
                  <c:v>0.3</c:v>
                </c:pt>
                <c:pt idx="4">
                  <c:v>0.3</c:v>
                </c:pt>
                <c:pt idx="5">
                  <c:v>0.3</c:v>
                </c:pt>
                <c:pt idx="6">
                  <c:v>0.3</c:v>
                </c:pt>
                <c:pt idx="7">
                  <c:v>0.3</c:v>
                </c:pt>
                <c:pt idx="8">
                  <c:v>0.3</c:v>
                </c:pt>
                <c:pt idx="9">
                  <c:v>0.3</c:v>
                </c:pt>
                <c:pt idx="10">
                  <c:v>0.3</c:v>
                </c:pt>
                <c:pt idx="11">
                  <c:v>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ADD"/>
            </a:solidFill>
            <a:prstDash val="solid"/>
            <a:round/>
          </a:ln>
        </c:spPr>
        <c:txPr>
          <a:bodyPr/>
          <a:lstStyle/>
          <a:p>
            <a:pPr>
              <a:defRPr sz="800" b="0" i="0" u="none" strike="noStrike">
                <a:solidFill>
                  <a:srgbClr val="585D65"/>
                </a:solidFill>
                <a:latin typeface="IBM Plex Mono"/>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E6E7EA"/>
              </a:solidFill>
              <a:prstDash val="solid"/>
              <a:round/>
            </a:ln>
          </c:spPr>
        </c:majorGridlines>
        <c:numFmt formatCode="+0.00&quot;s&quot;" sourceLinked="0"/>
        <c:majorTickMark val="out"/>
        <c:minorTickMark val="none"/>
        <c:tickLblPos val="nextTo"/>
        <c:spPr>
          <a:ln w="12700" cap="flat">
            <a:noFill/>
            <a:prstDash val="solid"/>
            <a:round/>
          </a:ln>
        </c:spPr>
        <c:txPr>
          <a:bodyPr/>
          <a:lstStyle/>
          <a:p>
            <a:pPr>
              <a:defRPr sz="800" b="0" i="0" u="none" strike="noStrike">
                <a:solidFill>
                  <a:srgbClr val="585D65"/>
                </a:solidFill>
                <a:latin typeface="IBM Plex Mono"/>
              </a:defRPr>
            </a:pPr>
            <a:endParaRPr lang="en-US"/>
          </a:p>
        </c:txPr>
        <c:crossAx val="2094734554"/>
        <c:crosses val="autoZero"/>
        <c:crossBetween val="between"/>
        <c:majorUnit val="0.35"/>
      </c:valAx>
      <c:spPr>
        <a:noFill/>
        <a:ln>
          <a:noFill/>
        </a:ln>
        <a:effectLst/>
      </c:spPr>
    </c:plotArea>
    <c:legend>
      <c:legendPos val="b"/>
      <c:overlay val="0"/>
      <c:txPr>
        <a:bodyPr/>
        <a:lstStyle/>
        <a:p>
          <a:pPr>
            <a:defRPr sz="900">
              <a:solidFill>
                <a:srgbClr val="585D65"/>
              </a:solidFill>
              <a:latin typeface="Sora"/>
              <a:cs typeface="Sora"/>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Pick the cover for the business presenting from Layout: Smedley Group, Advanced Technology, Insight Labs or FAT Racing. Each leans to its world. One title in sentence case, no full stop. FAT Karting League material uses the FKL brand and its own templates, not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Four or five items, numbered in mono. The one you are on can go red when you reuse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red board carries the section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and figure. One hero number per slide in Sora SemiBold, its unit in Race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comparisons, before and after, options. The column that wins is set in Ink; the other stays 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columns: 2.05 in wide with 0.27 in gutters. Boards are cut at 55 degrees; the one that matters goes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on the scale rule. The red lead marks where we are now; everything ahead runs on in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the subject in Race Red, comparisons in Steel, the line to beat in Engineering Blue. Mono for ticks and readouts. The chart is native: right-click, Edit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Tables: hairlines, no boxes. Times in mono, names in Sora.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and text. Click the picture, then Change picture: it fills the right half and crops to fit. Use real photography where you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Real words from a real person, attributed by name and role. Keep it under 25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Blueprint layout for drawings, setup sheets and anything built to a dimension. Line work in white and light blue; never red type on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Strapline band: optional, full bleed at 4.37 in, 0.45 in tall. It states the conclusion, never restates the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End on the point, in one sentence. Replace the contact line with the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Technology cover. Engineering leans blue: more grid, a small red cut. Delete the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 Labs cover. Engineering leans blue: more grid, a small red cut. Delete the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FAT Racing cover. Racing leans red: the red cut leads, the grid follows. Delete the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Smedley-Group-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ver,-Advanced-Technology-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ver,-Insight-Labs-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ver,-FAT-Racing-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Blueprint-image-2.pn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Smedley 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Smedley Group, Smedley Group">    </p:cNvPr>
          <p:cNvPicPr>
            <a:picLocks noChangeAspect="1"/>
          </p:cNvPicPr>
          <p:nvPr/>
        </p:nvPicPr>
        <p:blipFill>
          <a:blip r:embed="rId1"/>
          <a:stretch>
            <a:fillRect/>
          </a:stretch>
        </p:blipFill>
        <p:spPr>
          <a:xfrm>
            <a:off x="420624" y="402336"/>
            <a:ext cx="1054885" cy="457200"/>
          </a:xfrm>
          <a:prstGeom prst="rect">
            <a:avLst/>
          </a:prstGeom>
        </p:spPr>
      </p:pic>
      <p:sp>
        <p:nvSpPr>
          <p:cNvPr id="3" name="Text 0"/>
          <p:cNvSpPr/>
          <p:nvPr>
            <p:ph idx="101" type="title" hasCustomPrompt="1"/>
          </p:nvPr>
        </p:nvSpPr>
        <p:spPr>
          <a:xfrm>
            <a:off x="420624" y="1417320"/>
            <a:ext cx="4572000" cy="1737360"/>
          </a:xfrm>
          <a:prstGeom prst="rect">
            <a:avLst/>
          </a:prstGeom>
          <a:noFill/>
          <a:ln/>
        </p:spPr>
        <p:txBody>
          <a:bodyPr wrap="square" rtlCol="0"/>
          <a:lstStyle>
            <a:lvl1pPr algn="l" indent="0" marL="0">
              <a:buNone/>
              <a:defRPr lang="en-US" sz="40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Presentation title</a:t>
            </a:r>
            <a:endParaRPr lang="en-US" sz="4000" dirty="0"/>
          </a:p>
        </p:txBody>
      </p:sp>
      <p:sp>
        <p:nvSpPr>
          <p:cNvPr id="4" name="Text 0"/>
          <p:cNvSpPr/>
          <p:nvPr>
            <p:ph idx="102" type="body" hasCustomPrompt="1"/>
          </p:nvPr>
        </p:nvSpPr>
        <p:spPr>
          <a:xfrm>
            <a:off x="420624" y="3291840"/>
            <a:ext cx="4572000" cy="640080"/>
          </a:xfrm>
          <a:prstGeom prst="rect">
            <a:avLst/>
          </a:prstGeom>
          <a:noFill/>
          <a:ln/>
        </p:spPr>
        <p:txBody>
          <a:bodyPr wrap="square" rtlCol="0"/>
          <a:lstStyle>
            <a:lvl1pPr algn="l" indent="0" marL="0">
              <a:buNone/>
              <a:defRPr lang="en-US" sz="1800" dirty="0">
                <a:solidFill>
                  <a:srgbClr val="9DA1A8"/>
                </a:solidFill>
                <a:latin typeface="Sora Light" pitchFamily="34" charset="0"/>
                <a:ea typeface="Sora Light" pitchFamily="34" charset="-122"/>
                <a:cs typeface="Sora Light" pitchFamily="34" charset="-120"/>
              </a:defRPr>
            </a:lvl1pPr>
          </a:lstStyle>
          <a:p>
            <a:pPr algn="l" indent="0" marL="0">
              <a:buNone/>
            </a:pPr>
            <a:r>
              <a:rPr lang="en-US" sz="1800" dirty="0">
                <a:solidFill>
                  <a:srgbClr val="9DA1A8"/>
                </a:solidFill>
                <a:latin typeface="Sora Light" pitchFamily="34" charset="0"/>
                <a:ea typeface="Sora Light" pitchFamily="34" charset="-122"/>
                <a:cs typeface="Sora Light" pitchFamily="34" charset="-120"/>
              </a:rPr>
              <a:t>Subtitle</a:t>
            </a:r>
            <a:endParaRPr lang="en-US" sz="1800" dirty="0"/>
          </a:p>
        </p:txBody>
      </p:sp>
      <p:sp>
        <p:nvSpPr>
          <p:cNvPr id="5" name="Shape 0"/>
          <p:cNvSpPr/>
          <p:nvPr/>
        </p:nvSpPr>
        <p:spPr>
          <a:xfrm>
            <a:off x="420624" y="4224528"/>
            <a:ext cx="4023360" cy="9144"/>
          </a:xfrm>
          <a:prstGeom prst="rect">
            <a:avLst/>
          </a:prstGeom>
          <a:solidFill>
            <a:srgbClr val="2F80FF"/>
          </a:solidFill>
          <a:ln/>
        </p:spPr>
      </p:sp>
      <p:sp>
        <p:nvSpPr>
          <p:cNvPr id="6" name="Shape 1"/>
          <p:cNvSpPr/>
          <p:nvPr/>
        </p:nvSpPr>
        <p:spPr>
          <a:xfrm>
            <a:off x="420624" y="4192524"/>
            <a:ext cx="484632" cy="41148"/>
          </a:xfrm>
          <a:prstGeom prst="rect">
            <a:avLst/>
          </a:prstGeom>
          <a:solidFill>
            <a:srgbClr val="D8231A"/>
          </a:solidFill>
          <a:ln/>
        </p:spPr>
      </p:sp>
      <p:sp>
        <p:nvSpPr>
          <p:cNvPr id="7" name="Shape 2"/>
          <p:cNvSpPr/>
          <p:nvPr/>
        </p:nvSpPr>
        <p:spPr>
          <a:xfrm>
            <a:off x="420624" y="4160520"/>
            <a:ext cx="7315" cy="64008"/>
          </a:xfrm>
          <a:prstGeom prst="rect">
            <a:avLst/>
          </a:prstGeom>
          <a:solidFill>
            <a:srgbClr val="2F80FF"/>
          </a:solidFill>
          <a:ln/>
        </p:spPr>
      </p:sp>
      <p:sp>
        <p:nvSpPr>
          <p:cNvPr id="8" name="Shape 3"/>
          <p:cNvSpPr/>
          <p:nvPr/>
        </p:nvSpPr>
        <p:spPr>
          <a:xfrm>
            <a:off x="786384" y="4160520"/>
            <a:ext cx="7315" cy="64008"/>
          </a:xfrm>
          <a:prstGeom prst="rect">
            <a:avLst/>
          </a:prstGeom>
          <a:solidFill>
            <a:srgbClr val="2F80FF"/>
          </a:solidFill>
          <a:ln/>
        </p:spPr>
      </p:sp>
      <p:sp>
        <p:nvSpPr>
          <p:cNvPr id="9" name="Shape 4"/>
          <p:cNvSpPr/>
          <p:nvPr/>
        </p:nvSpPr>
        <p:spPr>
          <a:xfrm>
            <a:off x="1152144" y="4160520"/>
            <a:ext cx="7315" cy="64008"/>
          </a:xfrm>
          <a:prstGeom prst="rect">
            <a:avLst/>
          </a:prstGeom>
          <a:solidFill>
            <a:srgbClr val="2F80FF"/>
          </a:solidFill>
          <a:ln/>
        </p:spPr>
      </p:sp>
      <p:sp>
        <p:nvSpPr>
          <p:cNvPr id="10" name="Shape 5"/>
          <p:cNvSpPr/>
          <p:nvPr/>
        </p:nvSpPr>
        <p:spPr>
          <a:xfrm>
            <a:off x="1517904" y="4160520"/>
            <a:ext cx="7315" cy="64008"/>
          </a:xfrm>
          <a:prstGeom prst="rect">
            <a:avLst/>
          </a:prstGeom>
          <a:solidFill>
            <a:srgbClr val="2F80FF"/>
          </a:solidFill>
          <a:ln/>
        </p:spPr>
      </p:sp>
      <p:sp>
        <p:nvSpPr>
          <p:cNvPr id="11" name="Shape 6"/>
          <p:cNvSpPr/>
          <p:nvPr/>
        </p:nvSpPr>
        <p:spPr>
          <a:xfrm>
            <a:off x="1883664" y="4160520"/>
            <a:ext cx="7315" cy="64008"/>
          </a:xfrm>
          <a:prstGeom prst="rect">
            <a:avLst/>
          </a:prstGeom>
          <a:solidFill>
            <a:srgbClr val="2F80FF"/>
          </a:solidFill>
          <a:ln/>
        </p:spPr>
      </p:sp>
      <p:sp>
        <p:nvSpPr>
          <p:cNvPr id="12" name="Shape 7"/>
          <p:cNvSpPr/>
          <p:nvPr/>
        </p:nvSpPr>
        <p:spPr>
          <a:xfrm>
            <a:off x="2249424" y="4160520"/>
            <a:ext cx="7315" cy="64008"/>
          </a:xfrm>
          <a:prstGeom prst="rect">
            <a:avLst/>
          </a:prstGeom>
          <a:solidFill>
            <a:srgbClr val="2F80FF"/>
          </a:solidFill>
          <a:ln/>
        </p:spPr>
      </p:sp>
      <p:sp>
        <p:nvSpPr>
          <p:cNvPr id="13" name="Shape 8"/>
          <p:cNvSpPr/>
          <p:nvPr/>
        </p:nvSpPr>
        <p:spPr>
          <a:xfrm>
            <a:off x="2615184" y="4160520"/>
            <a:ext cx="7315" cy="64008"/>
          </a:xfrm>
          <a:prstGeom prst="rect">
            <a:avLst/>
          </a:prstGeom>
          <a:solidFill>
            <a:srgbClr val="2F80FF"/>
          </a:solidFill>
          <a:ln/>
        </p:spPr>
      </p:sp>
      <p:sp>
        <p:nvSpPr>
          <p:cNvPr id="14" name="Shape 9"/>
          <p:cNvSpPr/>
          <p:nvPr/>
        </p:nvSpPr>
        <p:spPr>
          <a:xfrm>
            <a:off x="2980944" y="4160520"/>
            <a:ext cx="7315" cy="64008"/>
          </a:xfrm>
          <a:prstGeom prst="rect">
            <a:avLst/>
          </a:prstGeom>
          <a:solidFill>
            <a:srgbClr val="2F80FF"/>
          </a:solidFill>
          <a:ln/>
        </p:spPr>
      </p:sp>
      <p:sp>
        <p:nvSpPr>
          <p:cNvPr id="15" name="Shape 10"/>
          <p:cNvSpPr/>
          <p:nvPr/>
        </p:nvSpPr>
        <p:spPr>
          <a:xfrm>
            <a:off x="3346704" y="4160520"/>
            <a:ext cx="7315" cy="64008"/>
          </a:xfrm>
          <a:prstGeom prst="rect">
            <a:avLst/>
          </a:prstGeom>
          <a:solidFill>
            <a:srgbClr val="2F80FF"/>
          </a:solidFill>
          <a:ln/>
        </p:spPr>
      </p:sp>
      <p:sp>
        <p:nvSpPr>
          <p:cNvPr id="16" name="Shape 11"/>
          <p:cNvSpPr/>
          <p:nvPr/>
        </p:nvSpPr>
        <p:spPr>
          <a:xfrm>
            <a:off x="3712464" y="4160520"/>
            <a:ext cx="7315" cy="64008"/>
          </a:xfrm>
          <a:prstGeom prst="rect">
            <a:avLst/>
          </a:prstGeom>
          <a:solidFill>
            <a:srgbClr val="2F80FF"/>
          </a:solidFill>
          <a:ln/>
        </p:spPr>
      </p:sp>
      <p:sp>
        <p:nvSpPr>
          <p:cNvPr id="17" name="Shape 12"/>
          <p:cNvSpPr/>
          <p:nvPr/>
        </p:nvSpPr>
        <p:spPr>
          <a:xfrm>
            <a:off x="4078224" y="4160520"/>
            <a:ext cx="7315" cy="64008"/>
          </a:xfrm>
          <a:prstGeom prst="rect">
            <a:avLst/>
          </a:prstGeom>
          <a:solidFill>
            <a:srgbClr val="2F80FF"/>
          </a:solidFill>
          <a:ln/>
        </p:spPr>
      </p:sp>
      <p:sp>
        <p:nvSpPr>
          <p:cNvPr id="18" name="Text 13"/>
          <p:cNvSpPr/>
          <p:nvPr>
            <p:ph idx="116" type="body" hasCustomPrompt="1"/>
          </p:nvPr>
        </p:nvSpPr>
        <p:spPr>
          <a:xfrm>
            <a:off x="420624" y="4389120"/>
            <a:ext cx="4023360" cy="274320"/>
          </a:xfrm>
          <a:prstGeom prst="rect">
            <a:avLst/>
          </a:prstGeom>
          <a:noFill/>
          <a:ln/>
        </p:spPr>
        <p:txBody>
          <a:bodyPr wrap="square" rtlCol="0"/>
          <a:lstStyle>
            <a:lvl1pPr algn="l" indent="0" marL="0">
              <a:buNone/>
              <a:defRPr lang="en-US" sz="900" dirty="0">
                <a:solidFill>
                  <a:srgbClr val="7FB2FF"/>
                </a:solidFill>
                <a:latin typeface="IBM Plex Mono" pitchFamily="34" charset="0"/>
                <a:ea typeface="IBM Plex Mono" pitchFamily="34" charset="-122"/>
                <a:cs typeface="IBM Plex Mono" pitchFamily="34" charset="-120"/>
              </a:defRPr>
            </a:lvl1pPr>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Business, month year</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Advanced Techn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Smedley Group, Advanced Technology">    </p:cNvPr>
          <p:cNvPicPr>
            <a:picLocks noChangeAspect="1"/>
          </p:cNvPicPr>
          <p:nvPr/>
        </p:nvPicPr>
        <p:blipFill>
          <a:blip r:embed="rId1"/>
          <a:stretch>
            <a:fillRect/>
          </a:stretch>
        </p:blipFill>
        <p:spPr>
          <a:xfrm>
            <a:off x="420624" y="402336"/>
            <a:ext cx="2162400" cy="457200"/>
          </a:xfrm>
          <a:prstGeom prst="rect">
            <a:avLst/>
          </a:prstGeom>
        </p:spPr>
      </p:pic>
      <p:sp>
        <p:nvSpPr>
          <p:cNvPr id="3" name="Text 0"/>
          <p:cNvSpPr/>
          <p:nvPr>
            <p:ph idx="101" type="title" hasCustomPrompt="1"/>
          </p:nvPr>
        </p:nvSpPr>
        <p:spPr>
          <a:xfrm>
            <a:off x="420624" y="1417320"/>
            <a:ext cx="4572000" cy="1737360"/>
          </a:xfrm>
          <a:prstGeom prst="rect">
            <a:avLst/>
          </a:prstGeom>
          <a:noFill/>
          <a:ln/>
        </p:spPr>
        <p:txBody>
          <a:bodyPr wrap="square" rtlCol="0"/>
          <a:lstStyle>
            <a:lvl1pPr algn="l" indent="0" marL="0">
              <a:buNone/>
              <a:defRPr lang="en-US" sz="40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Presentation title</a:t>
            </a:r>
            <a:endParaRPr lang="en-US" sz="4000" dirty="0"/>
          </a:p>
        </p:txBody>
      </p:sp>
      <p:sp>
        <p:nvSpPr>
          <p:cNvPr id="4" name="Text 0"/>
          <p:cNvSpPr/>
          <p:nvPr>
            <p:ph idx="102" type="body" hasCustomPrompt="1"/>
          </p:nvPr>
        </p:nvSpPr>
        <p:spPr>
          <a:xfrm>
            <a:off x="420624" y="3291840"/>
            <a:ext cx="4572000" cy="640080"/>
          </a:xfrm>
          <a:prstGeom prst="rect">
            <a:avLst/>
          </a:prstGeom>
          <a:noFill/>
          <a:ln/>
        </p:spPr>
        <p:txBody>
          <a:bodyPr wrap="square" rtlCol="0"/>
          <a:lstStyle>
            <a:lvl1pPr algn="l" indent="0" marL="0">
              <a:buNone/>
              <a:defRPr lang="en-US" sz="1800" dirty="0">
                <a:solidFill>
                  <a:srgbClr val="9DA1A8"/>
                </a:solidFill>
                <a:latin typeface="Sora Light" pitchFamily="34" charset="0"/>
                <a:ea typeface="Sora Light" pitchFamily="34" charset="-122"/>
                <a:cs typeface="Sora Light" pitchFamily="34" charset="-120"/>
              </a:defRPr>
            </a:lvl1pPr>
          </a:lstStyle>
          <a:p>
            <a:pPr algn="l" indent="0" marL="0">
              <a:buNone/>
            </a:pPr>
            <a:r>
              <a:rPr lang="en-US" sz="1800" dirty="0">
                <a:solidFill>
                  <a:srgbClr val="9DA1A8"/>
                </a:solidFill>
                <a:latin typeface="Sora Light" pitchFamily="34" charset="0"/>
                <a:ea typeface="Sora Light" pitchFamily="34" charset="-122"/>
                <a:cs typeface="Sora Light" pitchFamily="34" charset="-120"/>
              </a:rPr>
              <a:t>Subtitle</a:t>
            </a:r>
            <a:endParaRPr lang="en-US" sz="1800" dirty="0"/>
          </a:p>
        </p:txBody>
      </p:sp>
      <p:sp>
        <p:nvSpPr>
          <p:cNvPr id="5" name="Shape 0"/>
          <p:cNvSpPr/>
          <p:nvPr/>
        </p:nvSpPr>
        <p:spPr>
          <a:xfrm>
            <a:off x="420624" y="4224528"/>
            <a:ext cx="4023360" cy="9144"/>
          </a:xfrm>
          <a:prstGeom prst="rect">
            <a:avLst/>
          </a:prstGeom>
          <a:solidFill>
            <a:srgbClr val="2F80FF"/>
          </a:solidFill>
          <a:ln/>
        </p:spPr>
      </p:sp>
      <p:sp>
        <p:nvSpPr>
          <p:cNvPr id="6" name="Shape 1"/>
          <p:cNvSpPr/>
          <p:nvPr/>
        </p:nvSpPr>
        <p:spPr>
          <a:xfrm>
            <a:off x="420624" y="4192524"/>
            <a:ext cx="484632" cy="41148"/>
          </a:xfrm>
          <a:prstGeom prst="rect">
            <a:avLst/>
          </a:prstGeom>
          <a:solidFill>
            <a:srgbClr val="D8231A"/>
          </a:solidFill>
          <a:ln/>
        </p:spPr>
      </p:sp>
      <p:sp>
        <p:nvSpPr>
          <p:cNvPr id="7" name="Shape 2"/>
          <p:cNvSpPr/>
          <p:nvPr/>
        </p:nvSpPr>
        <p:spPr>
          <a:xfrm>
            <a:off x="420624" y="4160520"/>
            <a:ext cx="7315" cy="64008"/>
          </a:xfrm>
          <a:prstGeom prst="rect">
            <a:avLst/>
          </a:prstGeom>
          <a:solidFill>
            <a:srgbClr val="2F80FF"/>
          </a:solidFill>
          <a:ln/>
        </p:spPr>
      </p:sp>
      <p:sp>
        <p:nvSpPr>
          <p:cNvPr id="8" name="Shape 3"/>
          <p:cNvSpPr/>
          <p:nvPr/>
        </p:nvSpPr>
        <p:spPr>
          <a:xfrm>
            <a:off x="786384" y="4160520"/>
            <a:ext cx="7315" cy="64008"/>
          </a:xfrm>
          <a:prstGeom prst="rect">
            <a:avLst/>
          </a:prstGeom>
          <a:solidFill>
            <a:srgbClr val="2F80FF"/>
          </a:solidFill>
          <a:ln/>
        </p:spPr>
      </p:sp>
      <p:sp>
        <p:nvSpPr>
          <p:cNvPr id="9" name="Shape 4"/>
          <p:cNvSpPr/>
          <p:nvPr/>
        </p:nvSpPr>
        <p:spPr>
          <a:xfrm>
            <a:off x="1152144" y="4160520"/>
            <a:ext cx="7315" cy="64008"/>
          </a:xfrm>
          <a:prstGeom prst="rect">
            <a:avLst/>
          </a:prstGeom>
          <a:solidFill>
            <a:srgbClr val="2F80FF"/>
          </a:solidFill>
          <a:ln/>
        </p:spPr>
      </p:sp>
      <p:sp>
        <p:nvSpPr>
          <p:cNvPr id="10" name="Shape 5"/>
          <p:cNvSpPr/>
          <p:nvPr/>
        </p:nvSpPr>
        <p:spPr>
          <a:xfrm>
            <a:off x="1517904" y="4160520"/>
            <a:ext cx="7315" cy="64008"/>
          </a:xfrm>
          <a:prstGeom prst="rect">
            <a:avLst/>
          </a:prstGeom>
          <a:solidFill>
            <a:srgbClr val="2F80FF"/>
          </a:solidFill>
          <a:ln/>
        </p:spPr>
      </p:sp>
      <p:sp>
        <p:nvSpPr>
          <p:cNvPr id="11" name="Shape 6"/>
          <p:cNvSpPr/>
          <p:nvPr/>
        </p:nvSpPr>
        <p:spPr>
          <a:xfrm>
            <a:off x="1883664" y="4160520"/>
            <a:ext cx="7315" cy="64008"/>
          </a:xfrm>
          <a:prstGeom prst="rect">
            <a:avLst/>
          </a:prstGeom>
          <a:solidFill>
            <a:srgbClr val="2F80FF"/>
          </a:solidFill>
          <a:ln/>
        </p:spPr>
      </p:sp>
      <p:sp>
        <p:nvSpPr>
          <p:cNvPr id="12" name="Shape 7"/>
          <p:cNvSpPr/>
          <p:nvPr/>
        </p:nvSpPr>
        <p:spPr>
          <a:xfrm>
            <a:off x="2249424" y="4160520"/>
            <a:ext cx="7315" cy="64008"/>
          </a:xfrm>
          <a:prstGeom prst="rect">
            <a:avLst/>
          </a:prstGeom>
          <a:solidFill>
            <a:srgbClr val="2F80FF"/>
          </a:solidFill>
          <a:ln/>
        </p:spPr>
      </p:sp>
      <p:sp>
        <p:nvSpPr>
          <p:cNvPr id="13" name="Shape 8"/>
          <p:cNvSpPr/>
          <p:nvPr/>
        </p:nvSpPr>
        <p:spPr>
          <a:xfrm>
            <a:off x="2615184" y="4160520"/>
            <a:ext cx="7315" cy="64008"/>
          </a:xfrm>
          <a:prstGeom prst="rect">
            <a:avLst/>
          </a:prstGeom>
          <a:solidFill>
            <a:srgbClr val="2F80FF"/>
          </a:solidFill>
          <a:ln/>
        </p:spPr>
      </p:sp>
      <p:sp>
        <p:nvSpPr>
          <p:cNvPr id="14" name="Shape 9"/>
          <p:cNvSpPr/>
          <p:nvPr/>
        </p:nvSpPr>
        <p:spPr>
          <a:xfrm>
            <a:off x="2980944" y="4160520"/>
            <a:ext cx="7315" cy="64008"/>
          </a:xfrm>
          <a:prstGeom prst="rect">
            <a:avLst/>
          </a:prstGeom>
          <a:solidFill>
            <a:srgbClr val="2F80FF"/>
          </a:solidFill>
          <a:ln/>
        </p:spPr>
      </p:sp>
      <p:sp>
        <p:nvSpPr>
          <p:cNvPr id="15" name="Shape 10"/>
          <p:cNvSpPr/>
          <p:nvPr/>
        </p:nvSpPr>
        <p:spPr>
          <a:xfrm>
            <a:off x="3346704" y="4160520"/>
            <a:ext cx="7315" cy="64008"/>
          </a:xfrm>
          <a:prstGeom prst="rect">
            <a:avLst/>
          </a:prstGeom>
          <a:solidFill>
            <a:srgbClr val="2F80FF"/>
          </a:solidFill>
          <a:ln/>
        </p:spPr>
      </p:sp>
      <p:sp>
        <p:nvSpPr>
          <p:cNvPr id="16" name="Shape 11"/>
          <p:cNvSpPr/>
          <p:nvPr/>
        </p:nvSpPr>
        <p:spPr>
          <a:xfrm>
            <a:off x="3712464" y="4160520"/>
            <a:ext cx="7315" cy="64008"/>
          </a:xfrm>
          <a:prstGeom prst="rect">
            <a:avLst/>
          </a:prstGeom>
          <a:solidFill>
            <a:srgbClr val="2F80FF"/>
          </a:solidFill>
          <a:ln/>
        </p:spPr>
      </p:sp>
      <p:sp>
        <p:nvSpPr>
          <p:cNvPr id="17" name="Shape 12"/>
          <p:cNvSpPr/>
          <p:nvPr/>
        </p:nvSpPr>
        <p:spPr>
          <a:xfrm>
            <a:off x="4078224" y="4160520"/>
            <a:ext cx="7315" cy="64008"/>
          </a:xfrm>
          <a:prstGeom prst="rect">
            <a:avLst/>
          </a:prstGeom>
          <a:solidFill>
            <a:srgbClr val="2F80FF"/>
          </a:solidFill>
          <a:ln/>
        </p:spPr>
      </p:sp>
      <p:sp>
        <p:nvSpPr>
          <p:cNvPr id="18" name="Text 13"/>
          <p:cNvSpPr/>
          <p:nvPr>
            <p:ph idx="116" type="body" hasCustomPrompt="1"/>
          </p:nvPr>
        </p:nvSpPr>
        <p:spPr>
          <a:xfrm>
            <a:off x="420624" y="4389120"/>
            <a:ext cx="4023360" cy="274320"/>
          </a:xfrm>
          <a:prstGeom prst="rect">
            <a:avLst/>
          </a:prstGeom>
          <a:noFill/>
          <a:ln/>
        </p:spPr>
        <p:txBody>
          <a:bodyPr wrap="square" rtlCol="0"/>
          <a:lstStyle>
            <a:lvl1pPr algn="l" indent="0" marL="0">
              <a:buNone/>
              <a:defRPr lang="en-US" sz="900" dirty="0">
                <a:solidFill>
                  <a:srgbClr val="7FB2FF"/>
                </a:solidFill>
                <a:latin typeface="IBM Plex Mono" pitchFamily="34" charset="0"/>
                <a:ea typeface="IBM Plex Mono" pitchFamily="34" charset="-122"/>
                <a:cs typeface="IBM Plex Mono" pitchFamily="34" charset="-120"/>
              </a:defRPr>
            </a:lvl1pPr>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Business, month year</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Insight Lab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Smedley Group, Insight Labs">    </p:cNvPr>
          <p:cNvPicPr>
            <a:picLocks noChangeAspect="1"/>
          </p:cNvPicPr>
          <p:nvPr/>
        </p:nvPicPr>
        <p:blipFill>
          <a:blip r:embed="rId1"/>
          <a:stretch>
            <a:fillRect/>
          </a:stretch>
        </p:blipFill>
        <p:spPr>
          <a:xfrm>
            <a:off x="420624" y="402336"/>
            <a:ext cx="1794718" cy="457200"/>
          </a:xfrm>
          <a:prstGeom prst="rect">
            <a:avLst/>
          </a:prstGeom>
        </p:spPr>
      </p:pic>
      <p:sp>
        <p:nvSpPr>
          <p:cNvPr id="3" name="Text 0"/>
          <p:cNvSpPr/>
          <p:nvPr>
            <p:ph idx="101" type="title" hasCustomPrompt="1"/>
          </p:nvPr>
        </p:nvSpPr>
        <p:spPr>
          <a:xfrm>
            <a:off x="420624" y="1417320"/>
            <a:ext cx="4572000" cy="1737360"/>
          </a:xfrm>
          <a:prstGeom prst="rect">
            <a:avLst/>
          </a:prstGeom>
          <a:noFill/>
          <a:ln/>
        </p:spPr>
        <p:txBody>
          <a:bodyPr wrap="square" rtlCol="0"/>
          <a:lstStyle>
            <a:lvl1pPr algn="l" indent="0" marL="0">
              <a:buNone/>
              <a:defRPr lang="en-US" sz="40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Presentation title</a:t>
            </a:r>
            <a:endParaRPr lang="en-US" sz="4000" dirty="0"/>
          </a:p>
        </p:txBody>
      </p:sp>
      <p:sp>
        <p:nvSpPr>
          <p:cNvPr id="4" name="Text 0"/>
          <p:cNvSpPr/>
          <p:nvPr>
            <p:ph idx="102" type="body" hasCustomPrompt="1"/>
          </p:nvPr>
        </p:nvSpPr>
        <p:spPr>
          <a:xfrm>
            <a:off x="420624" y="3291840"/>
            <a:ext cx="4572000" cy="640080"/>
          </a:xfrm>
          <a:prstGeom prst="rect">
            <a:avLst/>
          </a:prstGeom>
          <a:noFill/>
          <a:ln/>
        </p:spPr>
        <p:txBody>
          <a:bodyPr wrap="square" rtlCol="0"/>
          <a:lstStyle>
            <a:lvl1pPr algn="l" indent="0" marL="0">
              <a:buNone/>
              <a:defRPr lang="en-US" sz="1800" dirty="0">
                <a:solidFill>
                  <a:srgbClr val="9DA1A8"/>
                </a:solidFill>
                <a:latin typeface="Sora Light" pitchFamily="34" charset="0"/>
                <a:ea typeface="Sora Light" pitchFamily="34" charset="-122"/>
                <a:cs typeface="Sora Light" pitchFamily="34" charset="-120"/>
              </a:defRPr>
            </a:lvl1pPr>
          </a:lstStyle>
          <a:p>
            <a:pPr algn="l" indent="0" marL="0">
              <a:buNone/>
            </a:pPr>
            <a:r>
              <a:rPr lang="en-US" sz="1800" dirty="0">
                <a:solidFill>
                  <a:srgbClr val="9DA1A8"/>
                </a:solidFill>
                <a:latin typeface="Sora Light" pitchFamily="34" charset="0"/>
                <a:ea typeface="Sora Light" pitchFamily="34" charset="-122"/>
                <a:cs typeface="Sora Light" pitchFamily="34" charset="-120"/>
              </a:rPr>
              <a:t>Subtitle</a:t>
            </a:r>
            <a:endParaRPr lang="en-US" sz="1800" dirty="0"/>
          </a:p>
        </p:txBody>
      </p:sp>
      <p:sp>
        <p:nvSpPr>
          <p:cNvPr id="5" name="Shape 0"/>
          <p:cNvSpPr/>
          <p:nvPr/>
        </p:nvSpPr>
        <p:spPr>
          <a:xfrm>
            <a:off x="420624" y="4224528"/>
            <a:ext cx="4023360" cy="9144"/>
          </a:xfrm>
          <a:prstGeom prst="rect">
            <a:avLst/>
          </a:prstGeom>
          <a:solidFill>
            <a:srgbClr val="2F80FF"/>
          </a:solidFill>
          <a:ln/>
        </p:spPr>
      </p:sp>
      <p:sp>
        <p:nvSpPr>
          <p:cNvPr id="6" name="Shape 1"/>
          <p:cNvSpPr/>
          <p:nvPr/>
        </p:nvSpPr>
        <p:spPr>
          <a:xfrm>
            <a:off x="420624" y="4192524"/>
            <a:ext cx="484632" cy="41148"/>
          </a:xfrm>
          <a:prstGeom prst="rect">
            <a:avLst/>
          </a:prstGeom>
          <a:solidFill>
            <a:srgbClr val="D8231A"/>
          </a:solidFill>
          <a:ln/>
        </p:spPr>
      </p:sp>
      <p:sp>
        <p:nvSpPr>
          <p:cNvPr id="7" name="Shape 2"/>
          <p:cNvSpPr/>
          <p:nvPr/>
        </p:nvSpPr>
        <p:spPr>
          <a:xfrm>
            <a:off x="420624" y="4160520"/>
            <a:ext cx="7315" cy="64008"/>
          </a:xfrm>
          <a:prstGeom prst="rect">
            <a:avLst/>
          </a:prstGeom>
          <a:solidFill>
            <a:srgbClr val="2F80FF"/>
          </a:solidFill>
          <a:ln/>
        </p:spPr>
      </p:sp>
      <p:sp>
        <p:nvSpPr>
          <p:cNvPr id="8" name="Shape 3"/>
          <p:cNvSpPr/>
          <p:nvPr/>
        </p:nvSpPr>
        <p:spPr>
          <a:xfrm>
            <a:off x="786384" y="4160520"/>
            <a:ext cx="7315" cy="64008"/>
          </a:xfrm>
          <a:prstGeom prst="rect">
            <a:avLst/>
          </a:prstGeom>
          <a:solidFill>
            <a:srgbClr val="2F80FF"/>
          </a:solidFill>
          <a:ln/>
        </p:spPr>
      </p:sp>
      <p:sp>
        <p:nvSpPr>
          <p:cNvPr id="9" name="Shape 4"/>
          <p:cNvSpPr/>
          <p:nvPr/>
        </p:nvSpPr>
        <p:spPr>
          <a:xfrm>
            <a:off x="1152144" y="4160520"/>
            <a:ext cx="7315" cy="64008"/>
          </a:xfrm>
          <a:prstGeom prst="rect">
            <a:avLst/>
          </a:prstGeom>
          <a:solidFill>
            <a:srgbClr val="2F80FF"/>
          </a:solidFill>
          <a:ln/>
        </p:spPr>
      </p:sp>
      <p:sp>
        <p:nvSpPr>
          <p:cNvPr id="10" name="Shape 5"/>
          <p:cNvSpPr/>
          <p:nvPr/>
        </p:nvSpPr>
        <p:spPr>
          <a:xfrm>
            <a:off x="1517904" y="4160520"/>
            <a:ext cx="7315" cy="64008"/>
          </a:xfrm>
          <a:prstGeom prst="rect">
            <a:avLst/>
          </a:prstGeom>
          <a:solidFill>
            <a:srgbClr val="2F80FF"/>
          </a:solidFill>
          <a:ln/>
        </p:spPr>
      </p:sp>
      <p:sp>
        <p:nvSpPr>
          <p:cNvPr id="11" name="Shape 6"/>
          <p:cNvSpPr/>
          <p:nvPr/>
        </p:nvSpPr>
        <p:spPr>
          <a:xfrm>
            <a:off x="1883664" y="4160520"/>
            <a:ext cx="7315" cy="64008"/>
          </a:xfrm>
          <a:prstGeom prst="rect">
            <a:avLst/>
          </a:prstGeom>
          <a:solidFill>
            <a:srgbClr val="2F80FF"/>
          </a:solidFill>
          <a:ln/>
        </p:spPr>
      </p:sp>
      <p:sp>
        <p:nvSpPr>
          <p:cNvPr id="12" name="Shape 7"/>
          <p:cNvSpPr/>
          <p:nvPr/>
        </p:nvSpPr>
        <p:spPr>
          <a:xfrm>
            <a:off x="2249424" y="4160520"/>
            <a:ext cx="7315" cy="64008"/>
          </a:xfrm>
          <a:prstGeom prst="rect">
            <a:avLst/>
          </a:prstGeom>
          <a:solidFill>
            <a:srgbClr val="2F80FF"/>
          </a:solidFill>
          <a:ln/>
        </p:spPr>
      </p:sp>
      <p:sp>
        <p:nvSpPr>
          <p:cNvPr id="13" name="Shape 8"/>
          <p:cNvSpPr/>
          <p:nvPr/>
        </p:nvSpPr>
        <p:spPr>
          <a:xfrm>
            <a:off x="2615184" y="4160520"/>
            <a:ext cx="7315" cy="64008"/>
          </a:xfrm>
          <a:prstGeom prst="rect">
            <a:avLst/>
          </a:prstGeom>
          <a:solidFill>
            <a:srgbClr val="2F80FF"/>
          </a:solidFill>
          <a:ln/>
        </p:spPr>
      </p:sp>
      <p:sp>
        <p:nvSpPr>
          <p:cNvPr id="14" name="Shape 9"/>
          <p:cNvSpPr/>
          <p:nvPr/>
        </p:nvSpPr>
        <p:spPr>
          <a:xfrm>
            <a:off x="2980944" y="4160520"/>
            <a:ext cx="7315" cy="64008"/>
          </a:xfrm>
          <a:prstGeom prst="rect">
            <a:avLst/>
          </a:prstGeom>
          <a:solidFill>
            <a:srgbClr val="2F80FF"/>
          </a:solidFill>
          <a:ln/>
        </p:spPr>
      </p:sp>
      <p:sp>
        <p:nvSpPr>
          <p:cNvPr id="15" name="Shape 10"/>
          <p:cNvSpPr/>
          <p:nvPr/>
        </p:nvSpPr>
        <p:spPr>
          <a:xfrm>
            <a:off x="3346704" y="4160520"/>
            <a:ext cx="7315" cy="64008"/>
          </a:xfrm>
          <a:prstGeom prst="rect">
            <a:avLst/>
          </a:prstGeom>
          <a:solidFill>
            <a:srgbClr val="2F80FF"/>
          </a:solidFill>
          <a:ln/>
        </p:spPr>
      </p:sp>
      <p:sp>
        <p:nvSpPr>
          <p:cNvPr id="16" name="Shape 11"/>
          <p:cNvSpPr/>
          <p:nvPr/>
        </p:nvSpPr>
        <p:spPr>
          <a:xfrm>
            <a:off x="3712464" y="4160520"/>
            <a:ext cx="7315" cy="64008"/>
          </a:xfrm>
          <a:prstGeom prst="rect">
            <a:avLst/>
          </a:prstGeom>
          <a:solidFill>
            <a:srgbClr val="2F80FF"/>
          </a:solidFill>
          <a:ln/>
        </p:spPr>
      </p:sp>
      <p:sp>
        <p:nvSpPr>
          <p:cNvPr id="17" name="Shape 12"/>
          <p:cNvSpPr/>
          <p:nvPr/>
        </p:nvSpPr>
        <p:spPr>
          <a:xfrm>
            <a:off x="4078224" y="4160520"/>
            <a:ext cx="7315" cy="64008"/>
          </a:xfrm>
          <a:prstGeom prst="rect">
            <a:avLst/>
          </a:prstGeom>
          <a:solidFill>
            <a:srgbClr val="2F80FF"/>
          </a:solidFill>
          <a:ln/>
        </p:spPr>
      </p:sp>
      <p:sp>
        <p:nvSpPr>
          <p:cNvPr id="18" name="Text 13"/>
          <p:cNvSpPr/>
          <p:nvPr>
            <p:ph idx="116" type="body" hasCustomPrompt="1"/>
          </p:nvPr>
        </p:nvSpPr>
        <p:spPr>
          <a:xfrm>
            <a:off x="420624" y="4389120"/>
            <a:ext cx="4023360" cy="274320"/>
          </a:xfrm>
          <a:prstGeom prst="rect">
            <a:avLst/>
          </a:prstGeom>
          <a:noFill/>
          <a:ln/>
        </p:spPr>
        <p:txBody>
          <a:bodyPr wrap="square" rtlCol="0"/>
          <a:lstStyle>
            <a:lvl1pPr algn="l" indent="0" marL="0">
              <a:buNone/>
              <a:defRPr lang="en-US" sz="900" dirty="0">
                <a:solidFill>
                  <a:srgbClr val="7FB2FF"/>
                </a:solidFill>
                <a:latin typeface="IBM Plex Mono" pitchFamily="34" charset="0"/>
                <a:ea typeface="IBM Plex Mono" pitchFamily="34" charset="-122"/>
                <a:cs typeface="IBM Plex Mono" pitchFamily="34" charset="-120"/>
              </a:defRPr>
            </a:lvl1pPr>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Business, month year</a:t>
            </a:r>
            <a:endParaRPr lang="en-US" sz="9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FAT Rac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Smedley Group, FAT Racing">    </p:cNvPr>
          <p:cNvPicPr>
            <a:picLocks noChangeAspect="1"/>
          </p:cNvPicPr>
          <p:nvPr/>
        </p:nvPicPr>
        <p:blipFill>
          <a:blip r:embed="rId1"/>
          <a:stretch>
            <a:fillRect/>
          </a:stretch>
        </p:blipFill>
        <p:spPr>
          <a:xfrm>
            <a:off x="420624" y="402336"/>
            <a:ext cx="1793003" cy="457200"/>
          </a:xfrm>
          <a:prstGeom prst="rect">
            <a:avLst/>
          </a:prstGeom>
        </p:spPr>
      </p:pic>
      <p:sp>
        <p:nvSpPr>
          <p:cNvPr id="3" name="Text 0"/>
          <p:cNvSpPr/>
          <p:nvPr>
            <p:ph idx="101" type="title" hasCustomPrompt="1"/>
          </p:nvPr>
        </p:nvSpPr>
        <p:spPr>
          <a:xfrm>
            <a:off x="420624" y="1417320"/>
            <a:ext cx="4572000" cy="1737360"/>
          </a:xfrm>
          <a:prstGeom prst="rect">
            <a:avLst/>
          </a:prstGeom>
          <a:noFill/>
          <a:ln/>
        </p:spPr>
        <p:txBody>
          <a:bodyPr wrap="square" rtlCol="0"/>
          <a:lstStyle>
            <a:lvl1pPr algn="l" indent="0" marL="0">
              <a:buNone/>
              <a:defRPr lang="en-US" sz="40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Presentation title</a:t>
            </a:r>
            <a:endParaRPr lang="en-US" sz="4000" dirty="0"/>
          </a:p>
        </p:txBody>
      </p:sp>
      <p:sp>
        <p:nvSpPr>
          <p:cNvPr id="4" name="Text 0"/>
          <p:cNvSpPr/>
          <p:nvPr>
            <p:ph idx="102" type="body" hasCustomPrompt="1"/>
          </p:nvPr>
        </p:nvSpPr>
        <p:spPr>
          <a:xfrm>
            <a:off x="420624" y="3291840"/>
            <a:ext cx="4572000" cy="640080"/>
          </a:xfrm>
          <a:prstGeom prst="rect">
            <a:avLst/>
          </a:prstGeom>
          <a:noFill/>
          <a:ln/>
        </p:spPr>
        <p:txBody>
          <a:bodyPr wrap="square" rtlCol="0"/>
          <a:lstStyle>
            <a:lvl1pPr algn="l" indent="0" marL="0">
              <a:buNone/>
              <a:defRPr lang="en-US" sz="1800" dirty="0">
                <a:solidFill>
                  <a:srgbClr val="9DA1A8"/>
                </a:solidFill>
                <a:latin typeface="Sora Light" pitchFamily="34" charset="0"/>
                <a:ea typeface="Sora Light" pitchFamily="34" charset="-122"/>
                <a:cs typeface="Sora Light" pitchFamily="34" charset="-120"/>
              </a:defRPr>
            </a:lvl1pPr>
          </a:lstStyle>
          <a:p>
            <a:pPr algn="l" indent="0" marL="0">
              <a:buNone/>
            </a:pPr>
            <a:r>
              <a:rPr lang="en-US" sz="1800" dirty="0">
                <a:solidFill>
                  <a:srgbClr val="9DA1A8"/>
                </a:solidFill>
                <a:latin typeface="Sora Light" pitchFamily="34" charset="0"/>
                <a:ea typeface="Sora Light" pitchFamily="34" charset="-122"/>
                <a:cs typeface="Sora Light" pitchFamily="34" charset="-120"/>
              </a:rPr>
              <a:t>Subtitle</a:t>
            </a:r>
            <a:endParaRPr lang="en-US" sz="1800" dirty="0"/>
          </a:p>
        </p:txBody>
      </p:sp>
      <p:sp>
        <p:nvSpPr>
          <p:cNvPr id="5" name="Shape 0"/>
          <p:cNvSpPr/>
          <p:nvPr/>
        </p:nvSpPr>
        <p:spPr>
          <a:xfrm>
            <a:off x="420624" y="4224528"/>
            <a:ext cx="4023360" cy="9144"/>
          </a:xfrm>
          <a:prstGeom prst="rect">
            <a:avLst/>
          </a:prstGeom>
          <a:solidFill>
            <a:srgbClr val="2F80FF"/>
          </a:solidFill>
          <a:ln/>
        </p:spPr>
      </p:sp>
      <p:sp>
        <p:nvSpPr>
          <p:cNvPr id="6" name="Shape 1"/>
          <p:cNvSpPr/>
          <p:nvPr/>
        </p:nvSpPr>
        <p:spPr>
          <a:xfrm>
            <a:off x="420624" y="4192524"/>
            <a:ext cx="484632" cy="41148"/>
          </a:xfrm>
          <a:prstGeom prst="rect">
            <a:avLst/>
          </a:prstGeom>
          <a:solidFill>
            <a:srgbClr val="D8231A"/>
          </a:solidFill>
          <a:ln/>
        </p:spPr>
      </p:sp>
      <p:sp>
        <p:nvSpPr>
          <p:cNvPr id="7" name="Shape 2"/>
          <p:cNvSpPr/>
          <p:nvPr/>
        </p:nvSpPr>
        <p:spPr>
          <a:xfrm>
            <a:off x="420624" y="4160520"/>
            <a:ext cx="7315" cy="64008"/>
          </a:xfrm>
          <a:prstGeom prst="rect">
            <a:avLst/>
          </a:prstGeom>
          <a:solidFill>
            <a:srgbClr val="2F80FF"/>
          </a:solidFill>
          <a:ln/>
        </p:spPr>
      </p:sp>
      <p:sp>
        <p:nvSpPr>
          <p:cNvPr id="8" name="Shape 3"/>
          <p:cNvSpPr/>
          <p:nvPr/>
        </p:nvSpPr>
        <p:spPr>
          <a:xfrm>
            <a:off x="786384" y="4160520"/>
            <a:ext cx="7315" cy="64008"/>
          </a:xfrm>
          <a:prstGeom prst="rect">
            <a:avLst/>
          </a:prstGeom>
          <a:solidFill>
            <a:srgbClr val="2F80FF"/>
          </a:solidFill>
          <a:ln/>
        </p:spPr>
      </p:sp>
      <p:sp>
        <p:nvSpPr>
          <p:cNvPr id="9" name="Shape 4"/>
          <p:cNvSpPr/>
          <p:nvPr/>
        </p:nvSpPr>
        <p:spPr>
          <a:xfrm>
            <a:off x="1152144" y="4160520"/>
            <a:ext cx="7315" cy="64008"/>
          </a:xfrm>
          <a:prstGeom prst="rect">
            <a:avLst/>
          </a:prstGeom>
          <a:solidFill>
            <a:srgbClr val="2F80FF"/>
          </a:solidFill>
          <a:ln/>
        </p:spPr>
      </p:sp>
      <p:sp>
        <p:nvSpPr>
          <p:cNvPr id="10" name="Shape 5"/>
          <p:cNvSpPr/>
          <p:nvPr/>
        </p:nvSpPr>
        <p:spPr>
          <a:xfrm>
            <a:off x="1517904" y="4160520"/>
            <a:ext cx="7315" cy="64008"/>
          </a:xfrm>
          <a:prstGeom prst="rect">
            <a:avLst/>
          </a:prstGeom>
          <a:solidFill>
            <a:srgbClr val="2F80FF"/>
          </a:solidFill>
          <a:ln/>
        </p:spPr>
      </p:sp>
      <p:sp>
        <p:nvSpPr>
          <p:cNvPr id="11" name="Shape 6"/>
          <p:cNvSpPr/>
          <p:nvPr/>
        </p:nvSpPr>
        <p:spPr>
          <a:xfrm>
            <a:off x="1883664" y="4160520"/>
            <a:ext cx="7315" cy="64008"/>
          </a:xfrm>
          <a:prstGeom prst="rect">
            <a:avLst/>
          </a:prstGeom>
          <a:solidFill>
            <a:srgbClr val="2F80FF"/>
          </a:solidFill>
          <a:ln/>
        </p:spPr>
      </p:sp>
      <p:sp>
        <p:nvSpPr>
          <p:cNvPr id="12" name="Shape 7"/>
          <p:cNvSpPr/>
          <p:nvPr/>
        </p:nvSpPr>
        <p:spPr>
          <a:xfrm>
            <a:off x="2249424" y="4160520"/>
            <a:ext cx="7315" cy="64008"/>
          </a:xfrm>
          <a:prstGeom prst="rect">
            <a:avLst/>
          </a:prstGeom>
          <a:solidFill>
            <a:srgbClr val="2F80FF"/>
          </a:solidFill>
          <a:ln/>
        </p:spPr>
      </p:sp>
      <p:sp>
        <p:nvSpPr>
          <p:cNvPr id="13" name="Shape 8"/>
          <p:cNvSpPr/>
          <p:nvPr/>
        </p:nvSpPr>
        <p:spPr>
          <a:xfrm>
            <a:off x="2615184" y="4160520"/>
            <a:ext cx="7315" cy="64008"/>
          </a:xfrm>
          <a:prstGeom prst="rect">
            <a:avLst/>
          </a:prstGeom>
          <a:solidFill>
            <a:srgbClr val="2F80FF"/>
          </a:solidFill>
          <a:ln/>
        </p:spPr>
      </p:sp>
      <p:sp>
        <p:nvSpPr>
          <p:cNvPr id="14" name="Shape 9"/>
          <p:cNvSpPr/>
          <p:nvPr/>
        </p:nvSpPr>
        <p:spPr>
          <a:xfrm>
            <a:off x="2980944" y="4160520"/>
            <a:ext cx="7315" cy="64008"/>
          </a:xfrm>
          <a:prstGeom prst="rect">
            <a:avLst/>
          </a:prstGeom>
          <a:solidFill>
            <a:srgbClr val="2F80FF"/>
          </a:solidFill>
          <a:ln/>
        </p:spPr>
      </p:sp>
      <p:sp>
        <p:nvSpPr>
          <p:cNvPr id="15" name="Shape 10"/>
          <p:cNvSpPr/>
          <p:nvPr/>
        </p:nvSpPr>
        <p:spPr>
          <a:xfrm>
            <a:off x="3346704" y="4160520"/>
            <a:ext cx="7315" cy="64008"/>
          </a:xfrm>
          <a:prstGeom prst="rect">
            <a:avLst/>
          </a:prstGeom>
          <a:solidFill>
            <a:srgbClr val="2F80FF"/>
          </a:solidFill>
          <a:ln/>
        </p:spPr>
      </p:sp>
      <p:sp>
        <p:nvSpPr>
          <p:cNvPr id="16" name="Shape 11"/>
          <p:cNvSpPr/>
          <p:nvPr/>
        </p:nvSpPr>
        <p:spPr>
          <a:xfrm>
            <a:off x="3712464" y="4160520"/>
            <a:ext cx="7315" cy="64008"/>
          </a:xfrm>
          <a:prstGeom prst="rect">
            <a:avLst/>
          </a:prstGeom>
          <a:solidFill>
            <a:srgbClr val="2F80FF"/>
          </a:solidFill>
          <a:ln/>
        </p:spPr>
      </p:sp>
      <p:sp>
        <p:nvSpPr>
          <p:cNvPr id="17" name="Shape 12"/>
          <p:cNvSpPr/>
          <p:nvPr/>
        </p:nvSpPr>
        <p:spPr>
          <a:xfrm>
            <a:off x="4078224" y="4160520"/>
            <a:ext cx="7315" cy="64008"/>
          </a:xfrm>
          <a:prstGeom prst="rect">
            <a:avLst/>
          </a:prstGeom>
          <a:solidFill>
            <a:srgbClr val="2F80FF"/>
          </a:solidFill>
          <a:ln/>
        </p:spPr>
      </p:sp>
      <p:sp>
        <p:nvSpPr>
          <p:cNvPr id="18" name="Text 13"/>
          <p:cNvSpPr/>
          <p:nvPr>
            <p:ph idx="116" type="body" hasCustomPrompt="1"/>
          </p:nvPr>
        </p:nvSpPr>
        <p:spPr>
          <a:xfrm>
            <a:off x="420624" y="4389120"/>
            <a:ext cx="4023360" cy="274320"/>
          </a:xfrm>
          <a:prstGeom prst="rect">
            <a:avLst/>
          </a:prstGeom>
          <a:noFill/>
          <a:ln/>
        </p:spPr>
        <p:txBody>
          <a:bodyPr wrap="square" rtlCol="0"/>
          <a:lstStyle>
            <a:lvl1pPr algn="l" indent="0" marL="0">
              <a:buNone/>
              <a:defRPr lang="en-US" sz="900" dirty="0">
                <a:solidFill>
                  <a:srgbClr val="7FB2FF"/>
                </a:solidFill>
                <a:latin typeface="IBM Plex Mono" pitchFamily="34" charset="0"/>
                <a:ea typeface="IBM Plex Mono" pitchFamily="34" charset="-122"/>
                <a:cs typeface="IBM Plex Mono" pitchFamily="34" charset="-120"/>
              </a:defRPr>
            </a:lvl1pPr>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Business, month year</a:t>
            </a:r>
            <a:endParaRPr lang="en-US" sz="9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4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Slide title</a:t>
            </a:r>
            <a:endParaRPr lang="en-US" sz="2400" dirty="0"/>
          </a:p>
        </p:txBody>
      </p:sp>
      <p:sp>
        <p:nvSpPr>
          <p:cNvPr id="3" name="Shape 0"/>
          <p:cNvSpPr/>
          <p:nvPr/>
        </p:nvSpPr>
        <p:spPr>
          <a:xfrm>
            <a:off x="420624" y="1097280"/>
            <a:ext cx="8302752" cy="9144"/>
          </a:xfrm>
          <a:prstGeom prst="rect">
            <a:avLst/>
          </a:prstGeom>
          <a:solidFill>
            <a:srgbClr val="1F66E0"/>
          </a:solidFill>
          <a:ln/>
        </p:spPr>
      </p:sp>
      <p:sp>
        <p:nvSpPr>
          <p:cNvPr id="4" name="Shape 1"/>
          <p:cNvSpPr/>
          <p:nvPr/>
        </p:nvSpPr>
        <p:spPr>
          <a:xfrm>
            <a:off x="420624" y="1065276"/>
            <a:ext cx="484632" cy="41148"/>
          </a:xfrm>
          <a:prstGeom prst="rect">
            <a:avLst/>
          </a:prstGeom>
          <a:solidFill>
            <a:srgbClr val="D8231A"/>
          </a:solidFill>
          <a:ln/>
        </p:spPr>
      </p:sp>
      <p:sp>
        <p:nvSpPr>
          <p:cNvPr id="5" name="Shape 2"/>
          <p:cNvSpPr/>
          <p:nvPr/>
        </p:nvSpPr>
        <p:spPr>
          <a:xfrm>
            <a:off x="420624" y="1033272"/>
            <a:ext cx="7315" cy="64008"/>
          </a:xfrm>
          <a:prstGeom prst="rect">
            <a:avLst/>
          </a:prstGeom>
          <a:solidFill>
            <a:srgbClr val="1F66E0"/>
          </a:solidFill>
          <a:ln/>
        </p:spPr>
      </p:sp>
      <p:sp>
        <p:nvSpPr>
          <p:cNvPr id="6" name="Shape 3"/>
          <p:cNvSpPr/>
          <p:nvPr/>
        </p:nvSpPr>
        <p:spPr>
          <a:xfrm>
            <a:off x="786384" y="1033272"/>
            <a:ext cx="7315" cy="64008"/>
          </a:xfrm>
          <a:prstGeom prst="rect">
            <a:avLst/>
          </a:prstGeom>
          <a:solidFill>
            <a:srgbClr val="1F66E0"/>
          </a:solidFill>
          <a:ln/>
        </p:spPr>
      </p:sp>
      <p:sp>
        <p:nvSpPr>
          <p:cNvPr id="7" name="Shape 4"/>
          <p:cNvSpPr/>
          <p:nvPr/>
        </p:nvSpPr>
        <p:spPr>
          <a:xfrm>
            <a:off x="1152144" y="1033272"/>
            <a:ext cx="7315" cy="64008"/>
          </a:xfrm>
          <a:prstGeom prst="rect">
            <a:avLst/>
          </a:prstGeom>
          <a:solidFill>
            <a:srgbClr val="1F66E0"/>
          </a:solidFill>
          <a:ln/>
        </p:spPr>
      </p:sp>
      <p:sp>
        <p:nvSpPr>
          <p:cNvPr id="8" name="Shape 5"/>
          <p:cNvSpPr/>
          <p:nvPr/>
        </p:nvSpPr>
        <p:spPr>
          <a:xfrm>
            <a:off x="1517904" y="1033272"/>
            <a:ext cx="7315" cy="64008"/>
          </a:xfrm>
          <a:prstGeom prst="rect">
            <a:avLst/>
          </a:prstGeom>
          <a:solidFill>
            <a:srgbClr val="1F66E0"/>
          </a:solidFill>
          <a:ln/>
        </p:spPr>
      </p:sp>
      <p:sp>
        <p:nvSpPr>
          <p:cNvPr id="9" name="Shape 6"/>
          <p:cNvSpPr/>
          <p:nvPr/>
        </p:nvSpPr>
        <p:spPr>
          <a:xfrm>
            <a:off x="1883664" y="1033272"/>
            <a:ext cx="7315" cy="64008"/>
          </a:xfrm>
          <a:prstGeom prst="rect">
            <a:avLst/>
          </a:prstGeom>
          <a:solidFill>
            <a:srgbClr val="1F66E0"/>
          </a:solidFill>
          <a:ln/>
        </p:spPr>
      </p:sp>
      <p:sp>
        <p:nvSpPr>
          <p:cNvPr id="10" name="Shape 7"/>
          <p:cNvSpPr/>
          <p:nvPr/>
        </p:nvSpPr>
        <p:spPr>
          <a:xfrm>
            <a:off x="2249424" y="1033272"/>
            <a:ext cx="7315" cy="64008"/>
          </a:xfrm>
          <a:prstGeom prst="rect">
            <a:avLst/>
          </a:prstGeom>
          <a:solidFill>
            <a:srgbClr val="1F66E0"/>
          </a:solidFill>
          <a:ln/>
        </p:spPr>
      </p:sp>
      <p:sp>
        <p:nvSpPr>
          <p:cNvPr id="11" name="Shape 8"/>
          <p:cNvSpPr/>
          <p:nvPr/>
        </p:nvSpPr>
        <p:spPr>
          <a:xfrm>
            <a:off x="2615184" y="1033272"/>
            <a:ext cx="7315" cy="64008"/>
          </a:xfrm>
          <a:prstGeom prst="rect">
            <a:avLst/>
          </a:prstGeom>
          <a:solidFill>
            <a:srgbClr val="1F66E0"/>
          </a:solidFill>
          <a:ln/>
        </p:spPr>
      </p:sp>
      <p:sp>
        <p:nvSpPr>
          <p:cNvPr id="12" name="Shape 9"/>
          <p:cNvSpPr/>
          <p:nvPr/>
        </p:nvSpPr>
        <p:spPr>
          <a:xfrm>
            <a:off x="2980944" y="1033272"/>
            <a:ext cx="7315" cy="64008"/>
          </a:xfrm>
          <a:prstGeom prst="rect">
            <a:avLst/>
          </a:prstGeom>
          <a:solidFill>
            <a:srgbClr val="1F66E0"/>
          </a:solidFill>
          <a:ln/>
        </p:spPr>
      </p:sp>
      <p:sp>
        <p:nvSpPr>
          <p:cNvPr id="13" name="Shape 10"/>
          <p:cNvSpPr/>
          <p:nvPr/>
        </p:nvSpPr>
        <p:spPr>
          <a:xfrm>
            <a:off x="3346704" y="1033272"/>
            <a:ext cx="7315" cy="64008"/>
          </a:xfrm>
          <a:prstGeom prst="rect">
            <a:avLst/>
          </a:prstGeom>
          <a:solidFill>
            <a:srgbClr val="1F66E0"/>
          </a:solidFill>
          <a:ln/>
        </p:spPr>
      </p:sp>
      <p:sp>
        <p:nvSpPr>
          <p:cNvPr id="14" name="Shape 11"/>
          <p:cNvSpPr/>
          <p:nvPr/>
        </p:nvSpPr>
        <p:spPr>
          <a:xfrm>
            <a:off x="3712464" y="1033272"/>
            <a:ext cx="7315" cy="64008"/>
          </a:xfrm>
          <a:prstGeom prst="rect">
            <a:avLst/>
          </a:prstGeom>
          <a:solidFill>
            <a:srgbClr val="1F66E0"/>
          </a:solidFill>
          <a:ln/>
        </p:spPr>
      </p:sp>
      <p:sp>
        <p:nvSpPr>
          <p:cNvPr id="15" name="Shape 12"/>
          <p:cNvSpPr/>
          <p:nvPr/>
        </p:nvSpPr>
        <p:spPr>
          <a:xfrm>
            <a:off x="4078224" y="1033272"/>
            <a:ext cx="7315" cy="64008"/>
          </a:xfrm>
          <a:prstGeom prst="rect">
            <a:avLst/>
          </a:prstGeom>
          <a:solidFill>
            <a:srgbClr val="1F66E0"/>
          </a:solidFill>
          <a:ln/>
        </p:spPr>
      </p:sp>
      <p:sp>
        <p:nvSpPr>
          <p:cNvPr id="16" name="Shape 13"/>
          <p:cNvSpPr/>
          <p:nvPr/>
        </p:nvSpPr>
        <p:spPr>
          <a:xfrm>
            <a:off x="4443984" y="1033272"/>
            <a:ext cx="7315" cy="64008"/>
          </a:xfrm>
          <a:prstGeom prst="rect">
            <a:avLst/>
          </a:prstGeom>
          <a:solidFill>
            <a:srgbClr val="1F66E0"/>
          </a:solidFill>
          <a:ln/>
        </p:spPr>
      </p:sp>
      <p:sp>
        <p:nvSpPr>
          <p:cNvPr id="17" name="Shape 14"/>
          <p:cNvSpPr/>
          <p:nvPr/>
        </p:nvSpPr>
        <p:spPr>
          <a:xfrm>
            <a:off x="4809744" y="1033272"/>
            <a:ext cx="7315" cy="64008"/>
          </a:xfrm>
          <a:prstGeom prst="rect">
            <a:avLst/>
          </a:prstGeom>
          <a:solidFill>
            <a:srgbClr val="1F66E0"/>
          </a:solidFill>
          <a:ln/>
        </p:spPr>
      </p:sp>
      <p:sp>
        <p:nvSpPr>
          <p:cNvPr id="18" name="Shape 15"/>
          <p:cNvSpPr/>
          <p:nvPr/>
        </p:nvSpPr>
        <p:spPr>
          <a:xfrm>
            <a:off x="5175504" y="1033272"/>
            <a:ext cx="7315" cy="64008"/>
          </a:xfrm>
          <a:prstGeom prst="rect">
            <a:avLst/>
          </a:prstGeom>
          <a:solidFill>
            <a:srgbClr val="1F66E0"/>
          </a:solidFill>
          <a:ln/>
        </p:spPr>
      </p:sp>
      <p:sp>
        <p:nvSpPr>
          <p:cNvPr id="19" name="Shape 16"/>
          <p:cNvSpPr/>
          <p:nvPr/>
        </p:nvSpPr>
        <p:spPr>
          <a:xfrm>
            <a:off x="5541264" y="1033272"/>
            <a:ext cx="7315" cy="64008"/>
          </a:xfrm>
          <a:prstGeom prst="rect">
            <a:avLst/>
          </a:prstGeom>
          <a:solidFill>
            <a:srgbClr val="1F66E0"/>
          </a:solidFill>
          <a:ln/>
        </p:spPr>
      </p:sp>
      <p:sp>
        <p:nvSpPr>
          <p:cNvPr id="20" name="Shape 17"/>
          <p:cNvSpPr/>
          <p:nvPr/>
        </p:nvSpPr>
        <p:spPr>
          <a:xfrm>
            <a:off x="5907024" y="1033272"/>
            <a:ext cx="7315" cy="64008"/>
          </a:xfrm>
          <a:prstGeom prst="rect">
            <a:avLst/>
          </a:prstGeom>
          <a:solidFill>
            <a:srgbClr val="1F66E0"/>
          </a:solidFill>
          <a:ln/>
        </p:spPr>
      </p:sp>
      <p:sp>
        <p:nvSpPr>
          <p:cNvPr id="21" name="Shape 18"/>
          <p:cNvSpPr/>
          <p:nvPr/>
        </p:nvSpPr>
        <p:spPr>
          <a:xfrm>
            <a:off x="6272784" y="1033272"/>
            <a:ext cx="7315" cy="64008"/>
          </a:xfrm>
          <a:prstGeom prst="rect">
            <a:avLst/>
          </a:prstGeom>
          <a:solidFill>
            <a:srgbClr val="1F66E0"/>
          </a:solidFill>
          <a:ln/>
        </p:spPr>
      </p:sp>
      <p:sp>
        <p:nvSpPr>
          <p:cNvPr id="22" name="Shape 19"/>
          <p:cNvSpPr/>
          <p:nvPr/>
        </p:nvSpPr>
        <p:spPr>
          <a:xfrm>
            <a:off x="6638544" y="1033272"/>
            <a:ext cx="7315" cy="64008"/>
          </a:xfrm>
          <a:prstGeom prst="rect">
            <a:avLst/>
          </a:prstGeom>
          <a:solidFill>
            <a:srgbClr val="1F66E0"/>
          </a:solidFill>
          <a:ln/>
        </p:spPr>
      </p:sp>
      <p:sp>
        <p:nvSpPr>
          <p:cNvPr id="23" name="Shape 20"/>
          <p:cNvSpPr/>
          <p:nvPr/>
        </p:nvSpPr>
        <p:spPr>
          <a:xfrm>
            <a:off x="7004304" y="1033272"/>
            <a:ext cx="7315" cy="64008"/>
          </a:xfrm>
          <a:prstGeom prst="rect">
            <a:avLst/>
          </a:prstGeom>
          <a:solidFill>
            <a:srgbClr val="1F66E0"/>
          </a:solidFill>
          <a:ln/>
        </p:spPr>
      </p:sp>
      <p:sp>
        <p:nvSpPr>
          <p:cNvPr id="24" name="Shape 21"/>
          <p:cNvSpPr/>
          <p:nvPr/>
        </p:nvSpPr>
        <p:spPr>
          <a:xfrm>
            <a:off x="7370064" y="1033272"/>
            <a:ext cx="7315" cy="64008"/>
          </a:xfrm>
          <a:prstGeom prst="rect">
            <a:avLst/>
          </a:prstGeom>
          <a:solidFill>
            <a:srgbClr val="1F66E0"/>
          </a:solidFill>
          <a:ln/>
        </p:spPr>
      </p:sp>
      <p:sp>
        <p:nvSpPr>
          <p:cNvPr id="25" name="Shape 22"/>
          <p:cNvSpPr/>
          <p:nvPr/>
        </p:nvSpPr>
        <p:spPr>
          <a:xfrm>
            <a:off x="7735824" y="1033272"/>
            <a:ext cx="7315" cy="64008"/>
          </a:xfrm>
          <a:prstGeom prst="rect">
            <a:avLst/>
          </a:prstGeom>
          <a:solidFill>
            <a:srgbClr val="1F66E0"/>
          </a:solidFill>
          <a:ln/>
        </p:spPr>
      </p:sp>
      <p:sp>
        <p:nvSpPr>
          <p:cNvPr id="26" name="Shape 23"/>
          <p:cNvSpPr/>
          <p:nvPr/>
        </p:nvSpPr>
        <p:spPr>
          <a:xfrm>
            <a:off x="8101584" y="1033272"/>
            <a:ext cx="7315" cy="64008"/>
          </a:xfrm>
          <a:prstGeom prst="rect">
            <a:avLst/>
          </a:prstGeom>
          <a:solidFill>
            <a:srgbClr val="1F66E0"/>
          </a:solidFill>
          <a:ln/>
        </p:spPr>
      </p:sp>
      <p:sp>
        <p:nvSpPr>
          <p:cNvPr id="27" name="Shape 24"/>
          <p:cNvSpPr/>
          <p:nvPr/>
        </p:nvSpPr>
        <p:spPr>
          <a:xfrm>
            <a:off x="8467344" y="1033272"/>
            <a:ext cx="7315" cy="64008"/>
          </a:xfrm>
          <a:prstGeom prst="rect">
            <a:avLst/>
          </a:prstGeom>
          <a:solidFill>
            <a:srgbClr val="1F66E0"/>
          </a:solidFill>
          <a:ln/>
        </p:spPr>
      </p:sp>
      <p:sp>
        <p:nvSpPr>
          <p:cNvPr id="28" name="Text 25"/>
          <p:cNvSpPr/>
          <p:nvPr>
            <p:ph idx="126" type="body" hasCustomPrompt="1"/>
          </p:nvPr>
        </p:nvSpPr>
        <p:spPr>
          <a:xfrm>
            <a:off x="420624" y="1371600"/>
            <a:ext cx="5852160" cy="2926080"/>
          </a:xfrm>
          <a:prstGeom prst="rect">
            <a:avLst/>
          </a:prstGeom>
          <a:noFill/>
          <a:ln/>
        </p:spPr>
        <p:txBody>
          <a:bodyPr wrap="square" rtlCol="0"/>
          <a:lstStyle>
            <a:lvl1pPr algn="l" indent="0" marL="0">
              <a:lnSpc>
                <a:spcPct val="125000"/>
              </a:lnSpc>
              <a:buNone/>
              <a:defRPr lang="en-US" sz="1800" dirty="0">
                <a:solidFill>
                  <a:srgbClr val="0B0C0E"/>
                </a:solidFill>
                <a:latin typeface="Sora" pitchFamily="34" charset="0"/>
                <a:ea typeface="Sora" pitchFamily="34" charset="-122"/>
                <a:cs typeface="Sora" pitchFamily="34" charset="-120"/>
              </a:defRPr>
            </a:lvl1pPr>
          </a:lstStyle>
          <a:p>
            <a:pPr algn="l" indent="0" marL="0">
              <a:lnSpc>
                <a:spcPct val="125000"/>
              </a:lnSpc>
              <a:buNone/>
            </a:pPr>
            <a:r>
              <a:rPr lang="en-US" sz="1800" dirty="0">
                <a:solidFill>
                  <a:srgbClr val="0B0C0E"/>
                </a:solidFill>
                <a:latin typeface="Sora" pitchFamily="34" charset="0"/>
                <a:ea typeface="Sora" pitchFamily="34" charset="-122"/>
                <a:cs typeface="Sora" pitchFamily="34" charset="-120"/>
              </a:rPr>
              <a:t>Agenda items</a:t>
            </a:r>
            <a:endParaRPr lang="en-US" sz="1800" dirty="0"/>
          </a:p>
        </p:txBody>
      </p:sp>
      <p:pic>
        <p:nvPicPr>
          <p:cNvPr id="29"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p:bg>
      <p:bgPr>
        <a:solidFill>
          <a:srgbClr val="000000"/>
        </a:solidFill>
      </p:bgPr>
    </p:bg>
    <p:spTree>
      <p:nvGrpSpPr>
        <p:cNvPr id="1" name=""/>
        <p:cNvGrpSpPr/>
        <p:nvPr/>
      </p:nvGrpSpPr>
      <p:grpSpPr>
        <a:xfrm>
          <a:off x="0" y="0"/>
          <a:ext cx="0" cy="0"/>
          <a:chOff x="0" y="0"/>
          <a:chExt cx="0" cy="0"/>
        </a:xfrm>
      </p:grpSpPr>
      <p:pic>
        <p:nvPicPr>
          <p:cNvPr id="2" name="Image 0" descr="/home/powerpenguini/Work/brand-book-sg/tools/templates/.build/board-red.png">    </p:cNvPr>
          <p:cNvPicPr>
            <a:picLocks noChangeAspect="1"/>
          </p:cNvPicPr>
          <p:nvPr/>
        </p:nvPicPr>
        <p:blipFill>
          <a:blip r:embed="rId1"/>
          <a:stretch>
            <a:fillRect/>
          </a:stretch>
        </p:blipFill>
        <p:spPr>
          <a:xfrm>
            <a:off x="420624" y="1572768"/>
            <a:ext cx="868680" cy="457200"/>
          </a:xfrm>
          <a:prstGeom prst="rect">
            <a:avLst/>
          </a:prstGeom>
        </p:spPr>
      </p:pic>
      <p:sp>
        <p:nvSpPr>
          <p:cNvPr id="3" name="Text 0"/>
          <p:cNvSpPr/>
          <p:nvPr>
            <p:ph idx="101" type="body" hasCustomPrompt="1"/>
          </p:nvPr>
        </p:nvSpPr>
        <p:spPr>
          <a:xfrm>
            <a:off x="420624" y="1572768"/>
            <a:ext cx="868680" cy="457200"/>
          </a:xfrm>
          <a:prstGeom prst="rect">
            <a:avLst/>
          </a:prstGeom>
          <a:noFill/>
          <a:ln/>
        </p:spPr>
        <p:txBody>
          <a:bodyPr wrap="square" rtlCol="0"/>
          <a:lstStyle>
            <a:lvl1pPr algn="ctr" indent="0" marL="0">
              <a:buNone/>
              <a:defRPr lang="en-US" sz="2000" dirty="0">
                <a:solidFill>
                  <a:srgbClr val="FFFFFF"/>
                </a:solidFill>
                <a:latin typeface="Sora SemiBold" pitchFamily="34" charset="0"/>
                <a:ea typeface="Sora SemiBold" pitchFamily="34" charset="-122"/>
                <a:cs typeface="Sora SemiBold" pitchFamily="34" charset="-120"/>
              </a:defRPr>
            </a:lvl1pPr>
          </a:lstStyle>
          <a:p>
            <a:pPr algn="ctr" indent="0" marL="0">
              <a:buNone/>
            </a:pPr>
            <a:r>
              <a:rPr lang="en-US" sz="2000" dirty="0">
                <a:solidFill>
                  <a:srgbClr val="FFFFFF"/>
                </a:solidFill>
                <a:latin typeface="Sora SemiBold" pitchFamily="34" charset="0"/>
                <a:ea typeface="Sora SemiBold" pitchFamily="34" charset="-122"/>
                <a:cs typeface="Sora SemiBold" pitchFamily="34" charset="-120"/>
              </a:rPr>
              <a:t>01</a:t>
            </a:r>
            <a:endParaRPr lang="en-US" sz="2000" dirty="0"/>
          </a:p>
        </p:txBody>
      </p:sp>
      <p:sp>
        <p:nvSpPr>
          <p:cNvPr id="4" name="Text 0"/>
          <p:cNvSpPr/>
          <p:nvPr>
            <p:ph idx="102" type="title" hasCustomPrompt="1"/>
          </p:nvPr>
        </p:nvSpPr>
        <p:spPr>
          <a:xfrm>
            <a:off x="420624" y="2240280"/>
            <a:ext cx="7680960" cy="914400"/>
          </a:xfrm>
          <a:prstGeom prst="rect">
            <a:avLst/>
          </a:prstGeom>
          <a:noFill/>
          <a:ln/>
        </p:spPr>
        <p:txBody>
          <a:bodyPr wrap="square" rtlCol="0"/>
          <a:lstStyle>
            <a:lvl1pPr algn="l" indent="0" marL="0">
              <a:buNone/>
              <a:defRPr lang="en-US" sz="36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3600" dirty="0">
                <a:solidFill>
                  <a:srgbClr val="FFFFFF"/>
                </a:solidFill>
                <a:latin typeface="Sora SemiBold" pitchFamily="34" charset="0"/>
                <a:ea typeface="Sora SemiBold" pitchFamily="34" charset="-122"/>
                <a:cs typeface="Sora SemiBold" pitchFamily="34" charset="-120"/>
              </a:rPr>
              <a:t>Section title</a:t>
            </a:r>
            <a:endParaRPr lang="en-US" sz="3600" dirty="0"/>
          </a:p>
        </p:txBody>
      </p:sp>
      <p:sp>
        <p:nvSpPr>
          <p:cNvPr id="5" name="Shape 0"/>
          <p:cNvSpPr/>
          <p:nvPr/>
        </p:nvSpPr>
        <p:spPr>
          <a:xfrm>
            <a:off x="420624" y="4206240"/>
            <a:ext cx="8302752" cy="9144"/>
          </a:xfrm>
          <a:prstGeom prst="rect">
            <a:avLst/>
          </a:prstGeom>
          <a:solidFill>
            <a:srgbClr val="2F80FF"/>
          </a:solidFill>
          <a:ln/>
        </p:spPr>
      </p:sp>
      <p:sp>
        <p:nvSpPr>
          <p:cNvPr id="6" name="Shape 1"/>
          <p:cNvSpPr/>
          <p:nvPr/>
        </p:nvSpPr>
        <p:spPr>
          <a:xfrm>
            <a:off x="420624" y="4174236"/>
            <a:ext cx="484632" cy="41148"/>
          </a:xfrm>
          <a:prstGeom prst="rect">
            <a:avLst/>
          </a:prstGeom>
          <a:solidFill>
            <a:srgbClr val="D8231A"/>
          </a:solidFill>
          <a:ln/>
        </p:spPr>
      </p:sp>
      <p:sp>
        <p:nvSpPr>
          <p:cNvPr id="7" name="Shape 2"/>
          <p:cNvSpPr/>
          <p:nvPr/>
        </p:nvSpPr>
        <p:spPr>
          <a:xfrm>
            <a:off x="420624" y="4142232"/>
            <a:ext cx="7315" cy="64008"/>
          </a:xfrm>
          <a:prstGeom prst="rect">
            <a:avLst/>
          </a:prstGeom>
          <a:solidFill>
            <a:srgbClr val="2F80FF"/>
          </a:solidFill>
          <a:ln/>
        </p:spPr>
      </p:sp>
      <p:sp>
        <p:nvSpPr>
          <p:cNvPr id="8" name="Shape 3"/>
          <p:cNvSpPr/>
          <p:nvPr/>
        </p:nvSpPr>
        <p:spPr>
          <a:xfrm>
            <a:off x="786384" y="4142232"/>
            <a:ext cx="7315" cy="64008"/>
          </a:xfrm>
          <a:prstGeom prst="rect">
            <a:avLst/>
          </a:prstGeom>
          <a:solidFill>
            <a:srgbClr val="2F80FF"/>
          </a:solidFill>
          <a:ln/>
        </p:spPr>
      </p:sp>
      <p:sp>
        <p:nvSpPr>
          <p:cNvPr id="9" name="Shape 4"/>
          <p:cNvSpPr/>
          <p:nvPr/>
        </p:nvSpPr>
        <p:spPr>
          <a:xfrm>
            <a:off x="1152144" y="4142232"/>
            <a:ext cx="7315" cy="64008"/>
          </a:xfrm>
          <a:prstGeom prst="rect">
            <a:avLst/>
          </a:prstGeom>
          <a:solidFill>
            <a:srgbClr val="2F80FF"/>
          </a:solidFill>
          <a:ln/>
        </p:spPr>
      </p:sp>
      <p:sp>
        <p:nvSpPr>
          <p:cNvPr id="10" name="Shape 5"/>
          <p:cNvSpPr/>
          <p:nvPr/>
        </p:nvSpPr>
        <p:spPr>
          <a:xfrm>
            <a:off x="1517904" y="4142232"/>
            <a:ext cx="7315" cy="64008"/>
          </a:xfrm>
          <a:prstGeom prst="rect">
            <a:avLst/>
          </a:prstGeom>
          <a:solidFill>
            <a:srgbClr val="2F80FF"/>
          </a:solidFill>
          <a:ln/>
        </p:spPr>
      </p:sp>
      <p:sp>
        <p:nvSpPr>
          <p:cNvPr id="11" name="Shape 6"/>
          <p:cNvSpPr/>
          <p:nvPr/>
        </p:nvSpPr>
        <p:spPr>
          <a:xfrm>
            <a:off x="1883664" y="4142232"/>
            <a:ext cx="7315" cy="64008"/>
          </a:xfrm>
          <a:prstGeom prst="rect">
            <a:avLst/>
          </a:prstGeom>
          <a:solidFill>
            <a:srgbClr val="2F80FF"/>
          </a:solidFill>
          <a:ln/>
        </p:spPr>
      </p:sp>
      <p:sp>
        <p:nvSpPr>
          <p:cNvPr id="12" name="Shape 7"/>
          <p:cNvSpPr/>
          <p:nvPr/>
        </p:nvSpPr>
        <p:spPr>
          <a:xfrm>
            <a:off x="2249424" y="4142232"/>
            <a:ext cx="7315" cy="64008"/>
          </a:xfrm>
          <a:prstGeom prst="rect">
            <a:avLst/>
          </a:prstGeom>
          <a:solidFill>
            <a:srgbClr val="2F80FF"/>
          </a:solidFill>
          <a:ln/>
        </p:spPr>
      </p:sp>
      <p:sp>
        <p:nvSpPr>
          <p:cNvPr id="13" name="Shape 8"/>
          <p:cNvSpPr/>
          <p:nvPr/>
        </p:nvSpPr>
        <p:spPr>
          <a:xfrm>
            <a:off x="2615184" y="4142232"/>
            <a:ext cx="7315" cy="64008"/>
          </a:xfrm>
          <a:prstGeom prst="rect">
            <a:avLst/>
          </a:prstGeom>
          <a:solidFill>
            <a:srgbClr val="2F80FF"/>
          </a:solidFill>
          <a:ln/>
        </p:spPr>
      </p:sp>
      <p:sp>
        <p:nvSpPr>
          <p:cNvPr id="14" name="Shape 9"/>
          <p:cNvSpPr/>
          <p:nvPr/>
        </p:nvSpPr>
        <p:spPr>
          <a:xfrm>
            <a:off x="2980944" y="4142232"/>
            <a:ext cx="7315" cy="64008"/>
          </a:xfrm>
          <a:prstGeom prst="rect">
            <a:avLst/>
          </a:prstGeom>
          <a:solidFill>
            <a:srgbClr val="2F80FF"/>
          </a:solidFill>
          <a:ln/>
        </p:spPr>
      </p:sp>
      <p:sp>
        <p:nvSpPr>
          <p:cNvPr id="15" name="Shape 10"/>
          <p:cNvSpPr/>
          <p:nvPr/>
        </p:nvSpPr>
        <p:spPr>
          <a:xfrm>
            <a:off x="3346704" y="4142232"/>
            <a:ext cx="7315" cy="64008"/>
          </a:xfrm>
          <a:prstGeom prst="rect">
            <a:avLst/>
          </a:prstGeom>
          <a:solidFill>
            <a:srgbClr val="2F80FF"/>
          </a:solidFill>
          <a:ln/>
        </p:spPr>
      </p:sp>
      <p:sp>
        <p:nvSpPr>
          <p:cNvPr id="16" name="Shape 11"/>
          <p:cNvSpPr/>
          <p:nvPr/>
        </p:nvSpPr>
        <p:spPr>
          <a:xfrm>
            <a:off x="3712464" y="4142232"/>
            <a:ext cx="7315" cy="64008"/>
          </a:xfrm>
          <a:prstGeom prst="rect">
            <a:avLst/>
          </a:prstGeom>
          <a:solidFill>
            <a:srgbClr val="2F80FF"/>
          </a:solidFill>
          <a:ln/>
        </p:spPr>
      </p:sp>
      <p:sp>
        <p:nvSpPr>
          <p:cNvPr id="17" name="Shape 12"/>
          <p:cNvSpPr/>
          <p:nvPr/>
        </p:nvSpPr>
        <p:spPr>
          <a:xfrm>
            <a:off x="4078224" y="4142232"/>
            <a:ext cx="7315" cy="64008"/>
          </a:xfrm>
          <a:prstGeom prst="rect">
            <a:avLst/>
          </a:prstGeom>
          <a:solidFill>
            <a:srgbClr val="2F80FF"/>
          </a:solidFill>
          <a:ln/>
        </p:spPr>
      </p:sp>
      <p:sp>
        <p:nvSpPr>
          <p:cNvPr id="18" name="Shape 13"/>
          <p:cNvSpPr/>
          <p:nvPr/>
        </p:nvSpPr>
        <p:spPr>
          <a:xfrm>
            <a:off x="4443984" y="4142232"/>
            <a:ext cx="7315" cy="64008"/>
          </a:xfrm>
          <a:prstGeom prst="rect">
            <a:avLst/>
          </a:prstGeom>
          <a:solidFill>
            <a:srgbClr val="2F80FF"/>
          </a:solidFill>
          <a:ln/>
        </p:spPr>
      </p:sp>
      <p:sp>
        <p:nvSpPr>
          <p:cNvPr id="19" name="Shape 14"/>
          <p:cNvSpPr/>
          <p:nvPr/>
        </p:nvSpPr>
        <p:spPr>
          <a:xfrm>
            <a:off x="4809744" y="4142232"/>
            <a:ext cx="7315" cy="64008"/>
          </a:xfrm>
          <a:prstGeom prst="rect">
            <a:avLst/>
          </a:prstGeom>
          <a:solidFill>
            <a:srgbClr val="2F80FF"/>
          </a:solidFill>
          <a:ln/>
        </p:spPr>
      </p:sp>
      <p:sp>
        <p:nvSpPr>
          <p:cNvPr id="20" name="Shape 15"/>
          <p:cNvSpPr/>
          <p:nvPr/>
        </p:nvSpPr>
        <p:spPr>
          <a:xfrm>
            <a:off x="5175504" y="4142232"/>
            <a:ext cx="7315" cy="64008"/>
          </a:xfrm>
          <a:prstGeom prst="rect">
            <a:avLst/>
          </a:prstGeom>
          <a:solidFill>
            <a:srgbClr val="2F80FF"/>
          </a:solidFill>
          <a:ln/>
        </p:spPr>
      </p:sp>
      <p:sp>
        <p:nvSpPr>
          <p:cNvPr id="21" name="Shape 16"/>
          <p:cNvSpPr/>
          <p:nvPr/>
        </p:nvSpPr>
        <p:spPr>
          <a:xfrm>
            <a:off x="5541264" y="4142232"/>
            <a:ext cx="7315" cy="64008"/>
          </a:xfrm>
          <a:prstGeom prst="rect">
            <a:avLst/>
          </a:prstGeom>
          <a:solidFill>
            <a:srgbClr val="2F80FF"/>
          </a:solidFill>
          <a:ln/>
        </p:spPr>
      </p:sp>
      <p:sp>
        <p:nvSpPr>
          <p:cNvPr id="22" name="Shape 17"/>
          <p:cNvSpPr/>
          <p:nvPr/>
        </p:nvSpPr>
        <p:spPr>
          <a:xfrm>
            <a:off x="5907024" y="4142232"/>
            <a:ext cx="7315" cy="64008"/>
          </a:xfrm>
          <a:prstGeom prst="rect">
            <a:avLst/>
          </a:prstGeom>
          <a:solidFill>
            <a:srgbClr val="2F80FF"/>
          </a:solidFill>
          <a:ln/>
        </p:spPr>
      </p:sp>
      <p:sp>
        <p:nvSpPr>
          <p:cNvPr id="23" name="Shape 18"/>
          <p:cNvSpPr/>
          <p:nvPr/>
        </p:nvSpPr>
        <p:spPr>
          <a:xfrm>
            <a:off x="6272784" y="4142232"/>
            <a:ext cx="7315" cy="64008"/>
          </a:xfrm>
          <a:prstGeom prst="rect">
            <a:avLst/>
          </a:prstGeom>
          <a:solidFill>
            <a:srgbClr val="2F80FF"/>
          </a:solidFill>
          <a:ln/>
        </p:spPr>
      </p:sp>
      <p:sp>
        <p:nvSpPr>
          <p:cNvPr id="24" name="Shape 19"/>
          <p:cNvSpPr/>
          <p:nvPr/>
        </p:nvSpPr>
        <p:spPr>
          <a:xfrm>
            <a:off x="6638544" y="4142232"/>
            <a:ext cx="7315" cy="64008"/>
          </a:xfrm>
          <a:prstGeom prst="rect">
            <a:avLst/>
          </a:prstGeom>
          <a:solidFill>
            <a:srgbClr val="2F80FF"/>
          </a:solidFill>
          <a:ln/>
        </p:spPr>
      </p:sp>
      <p:sp>
        <p:nvSpPr>
          <p:cNvPr id="25" name="Shape 20"/>
          <p:cNvSpPr/>
          <p:nvPr/>
        </p:nvSpPr>
        <p:spPr>
          <a:xfrm>
            <a:off x="7004304" y="4142232"/>
            <a:ext cx="7315" cy="64008"/>
          </a:xfrm>
          <a:prstGeom prst="rect">
            <a:avLst/>
          </a:prstGeom>
          <a:solidFill>
            <a:srgbClr val="2F80FF"/>
          </a:solidFill>
          <a:ln/>
        </p:spPr>
      </p:sp>
      <p:sp>
        <p:nvSpPr>
          <p:cNvPr id="26" name="Shape 21"/>
          <p:cNvSpPr/>
          <p:nvPr/>
        </p:nvSpPr>
        <p:spPr>
          <a:xfrm>
            <a:off x="7370064" y="4142232"/>
            <a:ext cx="7315" cy="64008"/>
          </a:xfrm>
          <a:prstGeom prst="rect">
            <a:avLst/>
          </a:prstGeom>
          <a:solidFill>
            <a:srgbClr val="2F80FF"/>
          </a:solidFill>
          <a:ln/>
        </p:spPr>
      </p:sp>
      <p:sp>
        <p:nvSpPr>
          <p:cNvPr id="27" name="Shape 22"/>
          <p:cNvSpPr/>
          <p:nvPr/>
        </p:nvSpPr>
        <p:spPr>
          <a:xfrm>
            <a:off x="7735824" y="4142232"/>
            <a:ext cx="7315" cy="64008"/>
          </a:xfrm>
          <a:prstGeom prst="rect">
            <a:avLst/>
          </a:prstGeom>
          <a:solidFill>
            <a:srgbClr val="2F80FF"/>
          </a:solidFill>
          <a:ln/>
        </p:spPr>
      </p:sp>
      <p:sp>
        <p:nvSpPr>
          <p:cNvPr id="28" name="Shape 23"/>
          <p:cNvSpPr/>
          <p:nvPr/>
        </p:nvSpPr>
        <p:spPr>
          <a:xfrm>
            <a:off x="8101584" y="4142232"/>
            <a:ext cx="7315" cy="64008"/>
          </a:xfrm>
          <a:prstGeom prst="rect">
            <a:avLst/>
          </a:prstGeom>
          <a:solidFill>
            <a:srgbClr val="2F80FF"/>
          </a:solidFill>
          <a:ln/>
        </p:spPr>
      </p:sp>
      <p:sp>
        <p:nvSpPr>
          <p:cNvPr id="29" name="Shape 24"/>
          <p:cNvSpPr/>
          <p:nvPr/>
        </p:nvSpPr>
        <p:spPr>
          <a:xfrm>
            <a:off x="8467344" y="4142232"/>
            <a:ext cx="7315" cy="64008"/>
          </a:xfrm>
          <a:prstGeom prst="rect">
            <a:avLst/>
          </a:prstGeom>
          <a:solidFill>
            <a:srgbClr val="2F80FF"/>
          </a:solidFill>
          <a:ln/>
        </p:spPr>
      </p:sp>
      <p:pic>
        <p:nvPicPr>
          <p:cNvPr id="30" name="Image 1" descr="Smedley Group">    </p:cNvPr>
          <p:cNvPicPr>
            <a:picLocks noChangeAspect="1"/>
          </p:cNvPicPr>
          <p:nvPr/>
        </p:nvPicPr>
        <p:blipFill>
          <a:blip r:embed="rId2"/>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9DA1A8"/>
                </a:solidFill>
                <a:latin typeface="IBM Plex Mono"/>
                <a:ea typeface="IBM Plex Mono"/>
                <a:cs typeface="IBM Plex Mono"/>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4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Slide title</a:t>
            </a:r>
            <a:endParaRPr lang="en-US" sz="2400" dirty="0"/>
          </a:p>
        </p:txBody>
      </p:sp>
      <p:sp>
        <p:nvSpPr>
          <p:cNvPr id="3" name="Text 0"/>
          <p:cNvSpPr/>
          <p:nvPr>
            <p:ph idx="101" type="body" hasCustomPrompt="1"/>
          </p:nvPr>
        </p:nvSpPr>
        <p:spPr>
          <a:xfrm>
            <a:off x="420624" y="1024128"/>
            <a:ext cx="8302752" cy="3200400"/>
          </a:xfrm>
          <a:prstGeom prst="rect">
            <a:avLst/>
          </a:prstGeom>
          <a:noFill/>
          <a:ln/>
        </p:spPr>
        <p:txBody>
          <a:bodyPr wrap="square" rtlCol="0"/>
          <a:lstStyle>
            <a:lvl1pPr algn="l" indent="0" marL="0">
              <a:buNone/>
              <a:defRPr lang="en-US" sz="1200" dirty="0">
                <a:solidFill>
                  <a:srgbClr val="0B0C0E"/>
                </a:solidFill>
                <a:latin typeface="Sora" pitchFamily="34" charset="0"/>
                <a:ea typeface="Sora" pitchFamily="34" charset="-122"/>
                <a:cs typeface="Sora" pitchFamily="34" charset="-120"/>
              </a:defRPr>
            </a:lvl1pPr>
          </a:lstStyle>
          <a:p>
            <a:pPr algn="l" indent="0" marL="0">
              <a:buNone/>
            </a:pPr>
            <a:r>
              <a:rPr lang="en-US" sz="1200" dirty="0">
                <a:solidFill>
                  <a:srgbClr val="0B0C0E"/>
                </a:solidFill>
                <a:latin typeface="Sora" pitchFamily="34" charset="0"/>
                <a:ea typeface="Sora" pitchFamily="34" charset="-122"/>
                <a:cs typeface="Sora" pitchFamily="34" charset="-120"/>
              </a:rPr>
              <a:t>Content</a:t>
            </a:r>
            <a:endParaRPr lang="en-US" sz="1200" dirty="0"/>
          </a:p>
        </p:txBody>
      </p:sp>
      <p:pic>
        <p:nvPicPr>
          <p:cNvPr id="4"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and content, dark">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4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FFFFFF"/>
                </a:solidFill>
                <a:latin typeface="Sora SemiBold" pitchFamily="34" charset="0"/>
                <a:ea typeface="Sora SemiBold" pitchFamily="34" charset="-122"/>
                <a:cs typeface="Sora SemiBold" pitchFamily="34" charset="-120"/>
              </a:rPr>
              <a:t>Slide title</a:t>
            </a:r>
            <a:endParaRPr lang="en-US" sz="2400" dirty="0"/>
          </a:p>
        </p:txBody>
      </p:sp>
      <p:sp>
        <p:nvSpPr>
          <p:cNvPr id="3" name="Text 0"/>
          <p:cNvSpPr/>
          <p:nvPr>
            <p:ph idx="101" type="body" hasCustomPrompt="1"/>
          </p:nvPr>
        </p:nvSpPr>
        <p:spPr>
          <a:xfrm>
            <a:off x="420624" y="1024128"/>
            <a:ext cx="8302752" cy="3200400"/>
          </a:xfrm>
          <a:prstGeom prst="rect">
            <a:avLst/>
          </a:prstGeom>
          <a:noFill/>
          <a:ln/>
        </p:spPr>
        <p:txBody>
          <a:bodyPr wrap="square" rtlCol="0"/>
          <a:lstStyle>
            <a:lvl1pPr algn="l" indent="0" marL="0">
              <a:buNone/>
              <a:defRPr lang="en-US" sz="1200" dirty="0">
                <a:solidFill>
                  <a:srgbClr val="FFFFFF"/>
                </a:solidFill>
                <a:latin typeface="Sora" pitchFamily="34" charset="0"/>
                <a:ea typeface="Sora" pitchFamily="34" charset="-122"/>
                <a:cs typeface="Sora" pitchFamily="34" charset="-120"/>
              </a:defRPr>
            </a:lvl1pPr>
          </a:lstStyle>
          <a:p>
            <a:pPr algn="l" indent="0" marL="0">
              <a:buNone/>
            </a:pPr>
            <a:r>
              <a:rPr lang="en-US" sz="1200" dirty="0">
                <a:solidFill>
                  <a:srgbClr val="FFFFFF"/>
                </a:solidFill>
                <a:latin typeface="Sora" pitchFamily="34" charset="0"/>
                <a:ea typeface="Sora" pitchFamily="34" charset="-122"/>
                <a:cs typeface="Sora" pitchFamily="34" charset="-120"/>
              </a:rPr>
              <a:t>Content</a:t>
            </a:r>
            <a:endParaRPr lang="en-US" sz="1200" dirty="0"/>
          </a:p>
        </p:txBody>
      </p:sp>
      <p:pic>
        <p:nvPicPr>
          <p:cNvPr id="4"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9DA1A8"/>
                </a:solidFill>
                <a:latin typeface="IBM Plex Mono"/>
                <a:ea typeface="IBM Plex Mono"/>
                <a:cs typeface="IBM Plex Mono"/>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wo columns">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4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Slide title</a:t>
            </a:r>
            <a:endParaRPr lang="en-US" sz="2400" dirty="0"/>
          </a:p>
        </p:txBody>
      </p:sp>
      <p:sp>
        <p:nvSpPr>
          <p:cNvPr id="3" name="Text 0"/>
          <p:cNvSpPr/>
          <p:nvPr>
            <p:ph idx="101" type="body" hasCustomPrompt="1"/>
          </p:nvPr>
        </p:nvSpPr>
        <p:spPr>
          <a:xfrm>
            <a:off x="420624" y="1024128"/>
            <a:ext cx="4023360" cy="365760"/>
          </a:xfrm>
          <a:prstGeom prst="rect">
            <a:avLst/>
          </a:prstGeom>
          <a:noFill/>
          <a:ln/>
        </p:spPr>
        <p:txBody>
          <a:bodyPr wrap="square" rtlCol="0"/>
          <a:lstStyle>
            <a:lvl1pPr algn="l" indent="0" marL="0">
              <a:buNone/>
              <a:defRPr lang="en-US" sz="15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1500" dirty="0">
                <a:solidFill>
                  <a:srgbClr val="0B0C0E"/>
                </a:solidFill>
                <a:latin typeface="Sora SemiBold" pitchFamily="34" charset="0"/>
                <a:ea typeface="Sora SemiBold" pitchFamily="34" charset="-122"/>
                <a:cs typeface="Sora SemiBold" pitchFamily="34" charset="-120"/>
              </a:rPr>
              <a:t>Left heading</a:t>
            </a:r>
            <a:endParaRPr lang="en-US" sz="1500" dirty="0"/>
          </a:p>
        </p:txBody>
      </p:sp>
      <p:sp>
        <p:nvSpPr>
          <p:cNvPr id="4" name="Shape 0"/>
          <p:cNvSpPr/>
          <p:nvPr/>
        </p:nvSpPr>
        <p:spPr>
          <a:xfrm>
            <a:off x="420624" y="1444752"/>
            <a:ext cx="4023360" cy="0"/>
          </a:xfrm>
          <a:prstGeom prst="line">
            <a:avLst/>
          </a:prstGeom>
          <a:noFill/>
          <a:ln w="9525">
            <a:solidFill>
              <a:srgbClr val="D9DADD"/>
            </a:solidFill>
            <a:prstDash val="solid"/>
          </a:ln>
        </p:spPr>
      </p:sp>
      <p:sp>
        <p:nvSpPr>
          <p:cNvPr id="5" name="Text 1"/>
          <p:cNvSpPr/>
          <p:nvPr>
            <p:ph idx="103" type="body" hasCustomPrompt="1"/>
          </p:nvPr>
        </p:nvSpPr>
        <p:spPr>
          <a:xfrm>
            <a:off x="420624" y="1572768"/>
            <a:ext cx="4023360" cy="2651760"/>
          </a:xfrm>
          <a:prstGeom prst="rect">
            <a:avLst/>
          </a:prstGeom>
          <a:noFill/>
          <a:ln/>
        </p:spPr>
        <p:txBody>
          <a:bodyPr wrap="square" rtlCol="0"/>
          <a:lstStyle>
            <a:lvl1pPr algn="l" indent="0" marL="0">
              <a:buNone/>
              <a:defRPr lang="en-US" sz="1200" dirty="0">
                <a:solidFill>
                  <a:srgbClr val="585D65"/>
                </a:solidFill>
                <a:latin typeface="Sora" pitchFamily="34" charset="0"/>
                <a:ea typeface="Sora" pitchFamily="34" charset="-122"/>
                <a:cs typeface="Sora" pitchFamily="34" charset="-120"/>
              </a:defRPr>
            </a:lvl1pPr>
          </a:lstStyle>
          <a:p>
            <a:pPr algn="l" indent="0" marL="0">
              <a:buNone/>
            </a:pPr>
            <a:r>
              <a:rPr lang="en-US" sz="1200" dirty="0">
                <a:solidFill>
                  <a:srgbClr val="585D65"/>
                </a:solidFill>
                <a:latin typeface="Sora" pitchFamily="34" charset="0"/>
                <a:ea typeface="Sora" pitchFamily="34" charset="-122"/>
                <a:cs typeface="Sora" pitchFamily="34" charset="-120"/>
              </a:rPr>
              <a:t>Left column</a:t>
            </a:r>
            <a:endParaRPr lang="en-US" sz="1200" dirty="0"/>
          </a:p>
        </p:txBody>
      </p:sp>
      <p:sp>
        <p:nvSpPr>
          <p:cNvPr id="6" name="Text 1"/>
          <p:cNvSpPr/>
          <p:nvPr>
            <p:ph idx="104" type="body" hasCustomPrompt="1"/>
          </p:nvPr>
        </p:nvSpPr>
        <p:spPr>
          <a:xfrm>
            <a:off x="4700016" y="1024128"/>
            <a:ext cx="4023360" cy="365760"/>
          </a:xfrm>
          <a:prstGeom prst="rect">
            <a:avLst/>
          </a:prstGeom>
          <a:noFill/>
          <a:ln/>
        </p:spPr>
        <p:txBody>
          <a:bodyPr wrap="square" rtlCol="0"/>
          <a:lstStyle>
            <a:lvl1pPr algn="l" indent="0" marL="0">
              <a:buNone/>
              <a:defRPr lang="en-US" sz="15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1500" dirty="0">
                <a:solidFill>
                  <a:srgbClr val="0B0C0E"/>
                </a:solidFill>
                <a:latin typeface="Sora SemiBold" pitchFamily="34" charset="0"/>
                <a:ea typeface="Sora SemiBold" pitchFamily="34" charset="-122"/>
                <a:cs typeface="Sora SemiBold" pitchFamily="34" charset="-120"/>
              </a:rPr>
              <a:t>Right heading</a:t>
            </a:r>
            <a:endParaRPr lang="en-US" sz="1500" dirty="0"/>
          </a:p>
        </p:txBody>
      </p:sp>
      <p:sp>
        <p:nvSpPr>
          <p:cNvPr id="7" name="Shape 1"/>
          <p:cNvSpPr/>
          <p:nvPr/>
        </p:nvSpPr>
        <p:spPr>
          <a:xfrm>
            <a:off x="4700016" y="1444752"/>
            <a:ext cx="4023360" cy="0"/>
          </a:xfrm>
          <a:prstGeom prst="line">
            <a:avLst/>
          </a:prstGeom>
          <a:noFill/>
          <a:ln w="9525">
            <a:solidFill>
              <a:srgbClr val="D9DADD"/>
            </a:solidFill>
            <a:prstDash val="solid"/>
          </a:ln>
        </p:spPr>
      </p:sp>
      <p:sp>
        <p:nvSpPr>
          <p:cNvPr id="8" name="Text 2"/>
          <p:cNvSpPr/>
          <p:nvPr>
            <p:ph idx="106" type="body" hasCustomPrompt="1"/>
          </p:nvPr>
        </p:nvSpPr>
        <p:spPr>
          <a:xfrm>
            <a:off x="4700016" y="1572768"/>
            <a:ext cx="4023360" cy="2651760"/>
          </a:xfrm>
          <a:prstGeom prst="rect">
            <a:avLst/>
          </a:prstGeom>
          <a:noFill/>
          <a:ln/>
        </p:spPr>
        <p:txBody>
          <a:bodyPr wrap="square" rtlCol="0"/>
          <a:lstStyle>
            <a:lvl1pPr algn="l" indent="0" marL="0">
              <a:buNone/>
              <a:defRPr lang="en-US" sz="1200" dirty="0">
                <a:solidFill>
                  <a:srgbClr val="585D65"/>
                </a:solidFill>
                <a:latin typeface="Sora" pitchFamily="34" charset="0"/>
                <a:ea typeface="Sora" pitchFamily="34" charset="-122"/>
                <a:cs typeface="Sora" pitchFamily="34" charset="-120"/>
              </a:defRPr>
            </a:lvl1pPr>
          </a:lstStyle>
          <a:p>
            <a:pPr algn="l" indent="0" marL="0">
              <a:buNone/>
            </a:pPr>
            <a:r>
              <a:rPr lang="en-US" sz="1200" dirty="0">
                <a:solidFill>
                  <a:srgbClr val="585D65"/>
                </a:solidFill>
                <a:latin typeface="Sora" pitchFamily="34" charset="0"/>
                <a:ea typeface="Sora" pitchFamily="34" charset="-122"/>
                <a:cs typeface="Sora" pitchFamily="34" charset="-120"/>
              </a:rPr>
              <a:t>Right column</a:t>
            </a:r>
            <a:endParaRPr lang="en-US" sz="1200" dirty="0"/>
          </a:p>
        </p:txBody>
      </p:sp>
      <p:pic>
        <p:nvPicPr>
          <p:cNvPr id="9"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tatement and 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4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Slide title</a:t>
            </a:r>
            <a:endParaRPr lang="en-US" sz="2400" dirty="0"/>
          </a:p>
        </p:txBody>
      </p:sp>
      <p:sp>
        <p:nvSpPr>
          <p:cNvPr id="3" name="Text 0"/>
          <p:cNvSpPr/>
          <p:nvPr>
            <p:ph idx="101" type="body" hasCustomPrompt="1"/>
          </p:nvPr>
        </p:nvSpPr>
        <p:spPr>
          <a:xfrm>
            <a:off x="420624" y="1024128"/>
            <a:ext cx="4023360" cy="3017520"/>
          </a:xfrm>
          <a:prstGeom prst="rect">
            <a:avLst/>
          </a:prstGeom>
          <a:noFill/>
          <a:ln/>
        </p:spPr>
        <p:txBody>
          <a:bodyPr wrap="square" rtlCol="0"/>
          <a:lstStyle>
            <a:lvl1pPr algn="l" indent="0" marL="0">
              <a:buNone/>
              <a:defRPr lang="en-US" sz="1400" dirty="0">
                <a:solidFill>
                  <a:srgbClr val="0B0C0E"/>
                </a:solidFill>
                <a:latin typeface="Sora" pitchFamily="34" charset="0"/>
                <a:ea typeface="Sora" pitchFamily="34" charset="-122"/>
                <a:cs typeface="Sora" pitchFamily="34" charset="-120"/>
              </a:defRPr>
            </a:lvl1pPr>
          </a:lstStyle>
          <a:p>
            <a:pPr algn="l" indent="0" marL="0">
              <a:buNone/>
            </a:pPr>
            <a:r>
              <a:rPr lang="en-US" sz="1400" dirty="0">
                <a:solidFill>
                  <a:srgbClr val="0B0C0E"/>
                </a:solidFill>
                <a:latin typeface="Sora" pitchFamily="34" charset="0"/>
                <a:ea typeface="Sora" pitchFamily="34" charset="-122"/>
                <a:cs typeface="Sora" pitchFamily="34" charset="-120"/>
              </a:rPr>
              <a:t>The point, in a sentence or two</a:t>
            </a:r>
            <a:endParaRPr lang="en-US" sz="1400" dirty="0"/>
          </a:p>
        </p:txBody>
      </p:sp>
      <p:sp>
        <p:nvSpPr>
          <p:cNvPr id="4" name="Text 0"/>
          <p:cNvSpPr/>
          <p:nvPr>
            <p:ph idx="102" type="body" hasCustomPrompt="1"/>
          </p:nvPr>
        </p:nvSpPr>
        <p:spPr>
          <a:xfrm>
            <a:off x="5120640" y="1005840"/>
            <a:ext cx="3602736" cy="1371600"/>
          </a:xfrm>
          <a:prstGeom prst="rect">
            <a:avLst/>
          </a:prstGeom>
          <a:noFill/>
          <a:ln/>
        </p:spPr>
        <p:txBody>
          <a:bodyPr wrap="square" rtlCol="0"/>
          <a:lstStyle>
            <a:lvl1pPr algn="l" indent="0" marL="0">
              <a:buNone/>
              <a:defRPr lang="en-US" sz="9600" spc="-300" kern="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9600" spc="-300" kern="0" dirty="0">
                <a:solidFill>
                  <a:srgbClr val="0B0C0E"/>
                </a:solidFill>
                <a:latin typeface="Sora SemiBold" pitchFamily="34" charset="0"/>
                <a:ea typeface="Sora SemiBold" pitchFamily="34" charset="-122"/>
                <a:cs typeface="Sora SemiBold" pitchFamily="34" charset="-120"/>
              </a:rPr>
              <a:t>00</a:t>
            </a:r>
            <a:endParaRPr lang="en-US" sz="9600" dirty="0"/>
          </a:p>
        </p:txBody>
      </p:sp>
      <p:sp>
        <p:nvSpPr>
          <p:cNvPr id="5" name="Text 0"/>
          <p:cNvSpPr/>
          <p:nvPr>
            <p:ph idx="103" type="body" hasCustomPrompt="1"/>
          </p:nvPr>
        </p:nvSpPr>
        <p:spPr>
          <a:xfrm>
            <a:off x="5166360" y="2514600"/>
            <a:ext cx="3474720" cy="640080"/>
          </a:xfrm>
          <a:prstGeom prst="rect">
            <a:avLst/>
          </a:prstGeom>
          <a:noFill/>
          <a:ln/>
        </p:spPr>
        <p:txBody>
          <a:bodyPr wrap="square" rtlCol="0"/>
          <a:lstStyle>
            <a:lvl1pPr algn="l" indent="0" marL="0">
              <a:buNone/>
              <a:defRPr lang="en-US" sz="1100" dirty="0">
                <a:solidFill>
                  <a:srgbClr val="585D65"/>
                </a:solidFill>
                <a:latin typeface="Sora" pitchFamily="34" charset="0"/>
                <a:ea typeface="Sora" pitchFamily="34" charset="-122"/>
                <a:cs typeface="Sora" pitchFamily="34" charset="-120"/>
              </a:defRPr>
            </a:lvl1pPr>
          </a:lstStyle>
          <a:p>
            <a:pPr algn="l" indent="0" marL="0">
              <a:buNone/>
            </a:pPr>
            <a:r>
              <a:rPr lang="en-US" sz="1100" dirty="0">
                <a:solidFill>
                  <a:srgbClr val="585D65"/>
                </a:solidFill>
                <a:latin typeface="Sora" pitchFamily="34" charset="0"/>
                <a:ea typeface="Sora" pitchFamily="34" charset="-122"/>
                <a:cs typeface="Sora" pitchFamily="34" charset="-120"/>
              </a:rPr>
              <a:t>What the figure measures</a:t>
            </a:r>
            <a:endParaRPr lang="en-US" sz="1100" dirty="0"/>
          </a:p>
        </p:txBody>
      </p:sp>
      <p:sp>
        <p:nvSpPr>
          <p:cNvPr id="6" name="Shape 0"/>
          <p:cNvSpPr/>
          <p:nvPr/>
        </p:nvSpPr>
        <p:spPr>
          <a:xfrm>
            <a:off x="5166360" y="3291840"/>
            <a:ext cx="3557016" cy="0"/>
          </a:xfrm>
          <a:prstGeom prst="line">
            <a:avLst/>
          </a:prstGeom>
          <a:noFill/>
          <a:ln w="9525">
            <a:solidFill>
              <a:srgbClr val="D9DADD"/>
            </a:solidFill>
            <a:prstDash val="solid"/>
          </a:ln>
        </p:spPr>
      </p:sp>
      <p:sp>
        <p:nvSpPr>
          <p:cNvPr id="7" name="Text 1"/>
          <p:cNvSpPr/>
          <p:nvPr>
            <p:ph idx="105" type="body" hasCustomPrompt="1"/>
          </p:nvPr>
        </p:nvSpPr>
        <p:spPr>
          <a:xfrm>
            <a:off x="5166360" y="3383280"/>
            <a:ext cx="3557016" cy="274320"/>
          </a:xfrm>
          <a:prstGeom prst="rect">
            <a:avLst/>
          </a:prstGeom>
          <a:noFill/>
          <a:ln/>
        </p:spPr>
        <p:txBody>
          <a:bodyPr wrap="square" rtlCol="0"/>
          <a:lstStyle>
            <a:lvl1pPr algn="l" indent="0" marL="0">
              <a:buNone/>
              <a:defRPr lang="en-US" sz="800" dirty="0">
                <a:solidFill>
                  <a:srgbClr val="585D65"/>
                </a:solidFill>
                <a:latin typeface="IBM Plex Mono" pitchFamily="34" charset="0"/>
                <a:ea typeface="IBM Plex Mono" pitchFamily="34" charset="-122"/>
                <a:cs typeface="IBM Plex Mono" pitchFamily="34" charset="-120"/>
              </a:defRPr>
            </a:lvl1pPr>
          </a:lstStyle>
          <a:p>
            <a:pPr algn="l" indent="0" marL="0">
              <a:buNone/>
            </a:pPr>
            <a:r>
              <a:rPr lang="en-US" sz="800" dirty="0">
                <a:solidFill>
                  <a:srgbClr val="585D65"/>
                </a:solidFill>
                <a:latin typeface="IBM Plex Mono" pitchFamily="34" charset="0"/>
                <a:ea typeface="IBM Plex Mono" pitchFamily="34" charset="-122"/>
                <a:cs typeface="IBM Plex Mono" pitchFamily="34" charset="-120"/>
              </a:rPr>
              <a:t>Source</a:t>
            </a:r>
            <a:endParaRPr lang="en-US" sz="800" dirty="0"/>
          </a:p>
        </p:txBody>
      </p:sp>
      <p:pic>
        <p:nvPicPr>
          <p:cNvPr id="8"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0624" y="1170432"/>
            <a:ext cx="484632" cy="41148"/>
          </a:xfrm>
          <a:prstGeom prst="rect">
            <a:avLst/>
          </a:prstGeom>
          <a:solidFill>
            <a:srgbClr val="D8231A"/>
          </a:solidFill>
          <a:ln/>
        </p:spPr>
      </p:sp>
      <p:sp>
        <p:nvSpPr>
          <p:cNvPr id="3" name="Text 1"/>
          <p:cNvSpPr/>
          <p:nvPr>
            <p:ph idx="101" type="body" hasCustomPrompt="1"/>
          </p:nvPr>
        </p:nvSpPr>
        <p:spPr>
          <a:xfrm>
            <a:off x="420624" y="1371600"/>
            <a:ext cx="6949440" cy="2011680"/>
          </a:xfrm>
          <a:prstGeom prst="rect">
            <a:avLst/>
          </a:prstGeom>
          <a:noFill/>
          <a:ln/>
        </p:spPr>
        <p:txBody>
          <a:bodyPr wrap="square" rtlCol="0"/>
          <a:lstStyle>
            <a:lvl1pPr algn="l" indent="0" marL="0">
              <a:lnSpc>
                <a:spcPct val="110000"/>
              </a:lnSpc>
              <a:buNone/>
              <a:defRPr lang="en-US" sz="2800" dirty="0">
                <a:solidFill>
                  <a:srgbClr val="0B0C0E"/>
                </a:solidFill>
                <a:latin typeface="Sora Light" pitchFamily="34" charset="0"/>
                <a:ea typeface="Sora Light" pitchFamily="34" charset="-122"/>
                <a:cs typeface="Sora Light" pitchFamily="34" charset="-120"/>
              </a:defRPr>
            </a:lvl1pPr>
          </a:lstStyle>
          <a:p>
            <a:pPr algn="l" indent="0" marL="0">
              <a:lnSpc>
                <a:spcPct val="110000"/>
              </a:lnSpc>
              <a:buNone/>
            </a:pPr>
            <a:r>
              <a:rPr lang="en-US" sz="2800" dirty="0">
                <a:solidFill>
                  <a:srgbClr val="0B0C0E"/>
                </a:solidFill>
                <a:latin typeface="Sora Light" pitchFamily="34" charset="0"/>
                <a:ea typeface="Sora Light" pitchFamily="34" charset="-122"/>
                <a:cs typeface="Sora Light" pitchFamily="34" charset="-120"/>
              </a:rPr>
              <a:t>Quote</a:t>
            </a:r>
            <a:endParaRPr lang="en-US" sz="2800" dirty="0"/>
          </a:p>
        </p:txBody>
      </p:sp>
      <p:sp>
        <p:nvSpPr>
          <p:cNvPr id="4" name="Text 1"/>
          <p:cNvSpPr/>
          <p:nvPr>
            <p:ph idx="102" type="body" hasCustomPrompt="1"/>
          </p:nvPr>
        </p:nvSpPr>
        <p:spPr>
          <a:xfrm>
            <a:off x="420624" y="3566160"/>
            <a:ext cx="6949440" cy="457200"/>
          </a:xfrm>
          <a:prstGeom prst="rect">
            <a:avLst/>
          </a:prstGeom>
          <a:noFill/>
          <a:ln/>
        </p:spPr>
        <p:txBody>
          <a:bodyPr wrap="square" rtlCol="0"/>
          <a:lstStyle>
            <a:lvl1pPr algn="l" indent="0" marL="0">
              <a:buNone/>
              <a:defRPr lang="en-US" sz="1000" dirty="0">
                <a:solidFill>
                  <a:srgbClr val="585D65"/>
                </a:solidFill>
                <a:latin typeface="IBM Plex Mono" pitchFamily="34" charset="0"/>
                <a:ea typeface="IBM Plex Mono" pitchFamily="34" charset="-122"/>
                <a:cs typeface="IBM Plex Mono" pitchFamily="34" charset="-120"/>
              </a:defRPr>
            </a:lvl1pPr>
          </a:lstStyle>
          <a:p>
            <a:pPr algn="l" indent="0" marL="0">
              <a:buNone/>
            </a:pPr>
            <a:r>
              <a:rPr lang="en-US" sz="1000" dirty="0">
                <a:solidFill>
                  <a:srgbClr val="585D65"/>
                </a:solidFill>
                <a:latin typeface="IBM Plex Mono" pitchFamily="34" charset="0"/>
                <a:ea typeface="IBM Plex Mono" pitchFamily="34" charset="-122"/>
                <a:cs typeface="IBM Plex Mono" pitchFamily="34" charset="-120"/>
              </a:rPr>
              <a:t>Name, role</a:t>
            </a:r>
            <a:endParaRPr lang="en-US" sz="1000" dirty="0"/>
          </a:p>
        </p:txBody>
      </p:sp>
      <p:pic>
        <p:nvPicPr>
          <p:cNvPr id="5"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mage and tex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3840480" cy="914400"/>
          </a:xfrm>
          <a:prstGeom prst="rect">
            <a:avLst/>
          </a:prstGeom>
          <a:noFill/>
          <a:ln/>
        </p:spPr>
        <p:txBody>
          <a:bodyPr wrap="square" rtlCol="0"/>
          <a:lstStyle>
            <a:lvl1pPr algn="l" indent="0" marL="0">
              <a:buNone/>
              <a:defRPr lang="en-US" sz="2400" dirty="0">
                <a:solidFill>
                  <a:srgbClr val="0B0C0E"/>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Slide title</a:t>
            </a:r>
            <a:endParaRPr lang="en-US" sz="2400" dirty="0"/>
          </a:p>
        </p:txBody>
      </p:sp>
      <p:sp>
        <p:nvSpPr>
          <p:cNvPr id="3" name="Text 0"/>
          <p:cNvSpPr/>
          <p:nvPr>
            <p:ph idx="101" type="body" hasCustomPrompt="1"/>
          </p:nvPr>
        </p:nvSpPr>
        <p:spPr>
          <a:xfrm>
            <a:off x="420624" y="1463040"/>
            <a:ext cx="3840480" cy="2651760"/>
          </a:xfrm>
          <a:prstGeom prst="rect">
            <a:avLst/>
          </a:prstGeom>
          <a:noFill/>
          <a:ln/>
        </p:spPr>
        <p:txBody>
          <a:bodyPr wrap="square" rtlCol="0"/>
          <a:lstStyle>
            <a:lvl1pPr algn="l" indent="0" marL="0">
              <a:buNone/>
              <a:defRPr lang="en-US" sz="1200" dirty="0">
                <a:solidFill>
                  <a:srgbClr val="585D65"/>
                </a:solidFill>
                <a:latin typeface="Sora" pitchFamily="34" charset="0"/>
                <a:ea typeface="Sora" pitchFamily="34" charset="-122"/>
                <a:cs typeface="Sora" pitchFamily="34" charset="-120"/>
              </a:defRPr>
            </a:lvl1pPr>
          </a:lstStyle>
          <a:p>
            <a:pPr algn="l" indent="0" marL="0">
              <a:buNone/>
            </a:pPr>
            <a:r>
              <a:rPr lang="en-US" sz="1200" dirty="0">
                <a:solidFill>
                  <a:srgbClr val="585D65"/>
                </a:solidFill>
                <a:latin typeface="Sora" pitchFamily="34" charset="0"/>
                <a:ea typeface="Sora" pitchFamily="34" charset="-122"/>
                <a:cs typeface="Sora" pitchFamily="34" charset="-120"/>
              </a:rPr>
              <a:t>Text</a:t>
            </a:r>
            <a:endParaRPr lang="en-US" sz="1200" dirty="0"/>
          </a:p>
        </p:txBody>
      </p:sp>
      <p:sp>
        <p:nvSpPr>
          <p:cNvPr id="4" name="Text 0"/>
          <p:cNvSpPr/>
          <p:nvPr>
            <p:ph idx="102" hasCustomPrompt="1"/>
          </p:nvPr>
        </p:nvSpPr>
        <p:spPr>
          <a:xfrm>
            <a:off x="4572000" y="0"/>
            <a:ext cx="4572000" cy="5143500"/>
          </a:xfrm>
          <a:prstGeom prst="rect">
            <a:avLst/>
          </a:prstGeom>
          <a:noFill/>
          <a:ln/>
        </p:spPr>
        <p:txBody>
          <a:bodyPr wrap="square" rtlCol="0"/>
          <a:lstStyle>
            <a:lvl1pPr algn="l" indent="0" marL="0">
              <a:buNone/>
              <a:defRPr lang="en-US" dirty="0"/>
            </a:lvl1pPr>
          </a:lstStyle>
          <a:p>
            <a:pPr algn="l" indent="0" marL="0">
              <a:buNone/>
            </a:pPr>
            <a:endParaRPr lang="en-US" dirty="0"/>
          </a:p>
        </p:txBody>
      </p:sp>
      <p:pic>
        <p:nvPicPr>
          <p:cNvPr id="5" name="Image 0" descr="Smedley Group">    </p:cNvPr>
          <p:cNvPicPr>
            <a:picLocks noChangeAspect="1"/>
          </p:cNvPicPr>
          <p:nvPr/>
        </p:nvPicPr>
        <p:blipFill>
          <a:blip r:embed="rId1"/>
          <a:stretch>
            <a:fillRect/>
          </a:stretch>
        </p:blipFill>
        <p:spPr>
          <a:xfrm>
            <a:off x="420624" y="4562856"/>
            <a:ext cx="215092" cy="329184"/>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uepri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rtlCol="0"/>
          <a:lstStyle>
            <a:lvl1pPr algn="l" indent="0" marL="0">
              <a:buNone/>
              <a:defRPr lang="en-US" sz="24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2400" dirty="0">
                <a:solidFill>
                  <a:srgbClr val="FFFFFF"/>
                </a:solidFill>
                <a:latin typeface="Sora SemiBold" pitchFamily="34" charset="0"/>
                <a:ea typeface="Sora SemiBold" pitchFamily="34" charset="-122"/>
                <a:cs typeface="Sora SemiBold" pitchFamily="34" charset="-120"/>
              </a:rPr>
              <a:t>Slide title</a:t>
            </a:r>
            <a:endParaRPr lang="en-US" sz="2400" dirty="0"/>
          </a:p>
        </p:txBody>
      </p:sp>
      <p:pic>
        <p:nvPicPr>
          <p:cNvPr id="3" name="Image 0" descr="Smedley Group">    </p:cNvPr>
          <p:cNvPicPr>
            <a:picLocks noChangeAspect="1"/>
          </p:cNvPicPr>
          <p:nvPr/>
        </p:nvPicPr>
        <p:blipFill>
          <a:blip r:embed="rId1"/>
          <a:stretch>
            <a:fillRect/>
          </a:stretch>
        </p:blipFill>
        <p:spPr>
          <a:xfrm>
            <a:off x="420624" y="4562856"/>
            <a:ext cx="215092" cy="329184"/>
          </a:xfrm>
          <a:prstGeom prst="rect">
            <a:avLst/>
          </a:prstGeom>
        </p:spPr>
      </p:pic>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9DA1A8"/>
                </a:solidFill>
                <a:latin typeface="IBM Plex Mono"/>
                <a:ea typeface="IBM Plex Mono"/>
                <a:cs typeface="IBM Plex Mono"/>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solidFill>
          <a:srgbClr val="000000"/>
        </a:solidFill>
      </p:bgPr>
    </p:bg>
    <p:spTree>
      <p:nvGrpSpPr>
        <p:cNvPr id="1" name=""/>
        <p:cNvGrpSpPr/>
        <p:nvPr/>
      </p:nvGrpSpPr>
      <p:grpSpPr>
        <a:xfrm>
          <a:off x="0" y="0"/>
          <a:ext cx="0" cy="0"/>
          <a:chOff x="0" y="0"/>
          <a:chExt cx="0" cy="0"/>
        </a:xfrm>
      </p:grpSpPr>
      <p:pic>
        <p:nvPicPr>
          <p:cNvPr id="2" name="Image 0" descr="Smedley Group">    </p:cNvPr>
          <p:cNvPicPr>
            <a:picLocks noChangeAspect="1"/>
          </p:cNvPicPr>
          <p:nvPr/>
        </p:nvPicPr>
        <p:blipFill>
          <a:blip r:embed="rId1"/>
          <a:stretch>
            <a:fillRect/>
          </a:stretch>
        </p:blipFill>
        <p:spPr>
          <a:xfrm>
            <a:off x="420624" y="1097280"/>
            <a:ext cx="537730" cy="822960"/>
          </a:xfrm>
          <a:prstGeom prst="rect">
            <a:avLst/>
          </a:prstGeom>
        </p:spPr>
      </p:pic>
      <p:sp>
        <p:nvSpPr>
          <p:cNvPr id="3" name="Text 0"/>
          <p:cNvSpPr/>
          <p:nvPr>
            <p:ph idx="101" type="title" hasCustomPrompt="1"/>
          </p:nvPr>
        </p:nvSpPr>
        <p:spPr>
          <a:xfrm>
            <a:off x="420624" y="2103120"/>
            <a:ext cx="7680960" cy="914400"/>
          </a:xfrm>
          <a:prstGeom prst="rect">
            <a:avLst/>
          </a:prstGeom>
          <a:noFill/>
          <a:ln/>
        </p:spPr>
        <p:txBody>
          <a:bodyPr wrap="square" rtlCol="0"/>
          <a:lstStyle>
            <a:lvl1pPr algn="l" indent="0" marL="0">
              <a:buNone/>
              <a:defRPr lang="en-US" sz="3200" dirty="0">
                <a:solidFill>
                  <a:srgbClr val="FFFFFF"/>
                </a:solidFill>
                <a:latin typeface="Sora SemiBold" pitchFamily="34" charset="0"/>
                <a:ea typeface="Sora SemiBold" pitchFamily="34" charset="-122"/>
                <a:cs typeface="Sora SemiBold" pitchFamily="34" charset="-120"/>
              </a:defRPr>
            </a:lvl1pPr>
          </a:lstStyle>
          <a:p>
            <a:pPr algn="l" indent="0" marL="0">
              <a:buNone/>
            </a:pPr>
            <a:r>
              <a:rPr lang="en-US" sz="3200" dirty="0">
                <a:solidFill>
                  <a:srgbClr val="FFFFFF"/>
                </a:solidFill>
                <a:latin typeface="Sora SemiBold" pitchFamily="34" charset="0"/>
                <a:ea typeface="Sora SemiBold" pitchFamily="34" charset="-122"/>
                <a:cs typeface="Sora SemiBold" pitchFamily="34" charset="-120"/>
              </a:rPr>
              <a:t>Closing line</a:t>
            </a:r>
            <a:endParaRPr lang="en-US" sz="3200" dirty="0"/>
          </a:p>
        </p:txBody>
      </p:sp>
      <p:sp>
        <p:nvSpPr>
          <p:cNvPr id="4" name="Text 0"/>
          <p:cNvSpPr/>
          <p:nvPr>
            <p:ph idx="102" type="body" hasCustomPrompt="1"/>
          </p:nvPr>
        </p:nvSpPr>
        <p:spPr>
          <a:xfrm>
            <a:off x="420624" y="3063240"/>
            <a:ext cx="7680960" cy="457200"/>
          </a:xfrm>
          <a:prstGeom prst="rect">
            <a:avLst/>
          </a:prstGeom>
          <a:noFill/>
          <a:ln/>
        </p:spPr>
        <p:txBody>
          <a:bodyPr wrap="square" rtlCol="0"/>
          <a:lstStyle>
            <a:lvl1pPr algn="l" indent="0" marL="0">
              <a:buNone/>
              <a:defRPr lang="en-US" sz="1000" dirty="0">
                <a:solidFill>
                  <a:srgbClr val="7FB2FF"/>
                </a:solidFill>
                <a:latin typeface="IBM Plex Mono" pitchFamily="34" charset="0"/>
                <a:ea typeface="IBM Plex Mono" pitchFamily="34" charset="-122"/>
                <a:cs typeface="IBM Plex Mono" pitchFamily="34" charset="-120"/>
              </a:defRPr>
            </a:lvl1pPr>
          </a:lstStyle>
          <a:p>
            <a:pPr algn="l" indent="0" marL="0">
              <a:buNone/>
            </a:pPr>
            <a:r>
              <a:rPr lang="en-US" sz="1000" dirty="0">
                <a:solidFill>
                  <a:srgbClr val="7FB2FF"/>
                </a:solidFill>
                <a:latin typeface="IBM Plex Mono" pitchFamily="34" charset="0"/>
                <a:ea typeface="IBM Plex Mono" pitchFamily="34" charset="-122"/>
                <a:cs typeface="IBM Plex Mono" pitchFamily="34" charset="-120"/>
              </a:rPr>
              <a:t>Contact</a:t>
            </a:r>
            <a:endParaRPr lang="en-US" sz="1000" dirty="0"/>
          </a:p>
        </p:txBody>
      </p:sp>
      <p:sp>
        <p:nvSpPr>
          <p:cNvPr id="5" name="Shape 0"/>
          <p:cNvSpPr/>
          <p:nvPr/>
        </p:nvSpPr>
        <p:spPr>
          <a:xfrm>
            <a:off x="420624" y="4206240"/>
            <a:ext cx="8302752" cy="9144"/>
          </a:xfrm>
          <a:prstGeom prst="rect">
            <a:avLst/>
          </a:prstGeom>
          <a:solidFill>
            <a:srgbClr val="2F80FF"/>
          </a:solidFill>
          <a:ln/>
        </p:spPr>
      </p:sp>
      <p:sp>
        <p:nvSpPr>
          <p:cNvPr id="6" name="Shape 1"/>
          <p:cNvSpPr/>
          <p:nvPr/>
        </p:nvSpPr>
        <p:spPr>
          <a:xfrm>
            <a:off x="420624" y="4174236"/>
            <a:ext cx="484632" cy="41148"/>
          </a:xfrm>
          <a:prstGeom prst="rect">
            <a:avLst/>
          </a:prstGeom>
          <a:solidFill>
            <a:srgbClr val="D8231A"/>
          </a:solidFill>
          <a:ln/>
        </p:spPr>
      </p:sp>
      <p:sp>
        <p:nvSpPr>
          <p:cNvPr id="7" name="Shape 2"/>
          <p:cNvSpPr/>
          <p:nvPr/>
        </p:nvSpPr>
        <p:spPr>
          <a:xfrm>
            <a:off x="420624" y="4142232"/>
            <a:ext cx="7315" cy="64008"/>
          </a:xfrm>
          <a:prstGeom prst="rect">
            <a:avLst/>
          </a:prstGeom>
          <a:solidFill>
            <a:srgbClr val="2F80FF"/>
          </a:solidFill>
          <a:ln/>
        </p:spPr>
      </p:sp>
      <p:sp>
        <p:nvSpPr>
          <p:cNvPr id="8" name="Shape 3"/>
          <p:cNvSpPr/>
          <p:nvPr/>
        </p:nvSpPr>
        <p:spPr>
          <a:xfrm>
            <a:off x="786384" y="4142232"/>
            <a:ext cx="7315" cy="64008"/>
          </a:xfrm>
          <a:prstGeom prst="rect">
            <a:avLst/>
          </a:prstGeom>
          <a:solidFill>
            <a:srgbClr val="2F80FF"/>
          </a:solidFill>
          <a:ln/>
        </p:spPr>
      </p:sp>
      <p:sp>
        <p:nvSpPr>
          <p:cNvPr id="9" name="Shape 4"/>
          <p:cNvSpPr/>
          <p:nvPr/>
        </p:nvSpPr>
        <p:spPr>
          <a:xfrm>
            <a:off x="1152144" y="4142232"/>
            <a:ext cx="7315" cy="64008"/>
          </a:xfrm>
          <a:prstGeom prst="rect">
            <a:avLst/>
          </a:prstGeom>
          <a:solidFill>
            <a:srgbClr val="2F80FF"/>
          </a:solidFill>
          <a:ln/>
        </p:spPr>
      </p:sp>
      <p:sp>
        <p:nvSpPr>
          <p:cNvPr id="10" name="Shape 5"/>
          <p:cNvSpPr/>
          <p:nvPr/>
        </p:nvSpPr>
        <p:spPr>
          <a:xfrm>
            <a:off x="1517904" y="4142232"/>
            <a:ext cx="7315" cy="64008"/>
          </a:xfrm>
          <a:prstGeom prst="rect">
            <a:avLst/>
          </a:prstGeom>
          <a:solidFill>
            <a:srgbClr val="2F80FF"/>
          </a:solidFill>
          <a:ln/>
        </p:spPr>
      </p:sp>
      <p:sp>
        <p:nvSpPr>
          <p:cNvPr id="11" name="Shape 6"/>
          <p:cNvSpPr/>
          <p:nvPr/>
        </p:nvSpPr>
        <p:spPr>
          <a:xfrm>
            <a:off x="1883664" y="4142232"/>
            <a:ext cx="7315" cy="64008"/>
          </a:xfrm>
          <a:prstGeom prst="rect">
            <a:avLst/>
          </a:prstGeom>
          <a:solidFill>
            <a:srgbClr val="2F80FF"/>
          </a:solidFill>
          <a:ln/>
        </p:spPr>
      </p:sp>
      <p:sp>
        <p:nvSpPr>
          <p:cNvPr id="12" name="Shape 7"/>
          <p:cNvSpPr/>
          <p:nvPr/>
        </p:nvSpPr>
        <p:spPr>
          <a:xfrm>
            <a:off x="2249424" y="4142232"/>
            <a:ext cx="7315" cy="64008"/>
          </a:xfrm>
          <a:prstGeom prst="rect">
            <a:avLst/>
          </a:prstGeom>
          <a:solidFill>
            <a:srgbClr val="2F80FF"/>
          </a:solidFill>
          <a:ln/>
        </p:spPr>
      </p:sp>
      <p:sp>
        <p:nvSpPr>
          <p:cNvPr id="13" name="Shape 8"/>
          <p:cNvSpPr/>
          <p:nvPr/>
        </p:nvSpPr>
        <p:spPr>
          <a:xfrm>
            <a:off x="2615184" y="4142232"/>
            <a:ext cx="7315" cy="64008"/>
          </a:xfrm>
          <a:prstGeom prst="rect">
            <a:avLst/>
          </a:prstGeom>
          <a:solidFill>
            <a:srgbClr val="2F80FF"/>
          </a:solidFill>
          <a:ln/>
        </p:spPr>
      </p:sp>
      <p:sp>
        <p:nvSpPr>
          <p:cNvPr id="14" name="Shape 9"/>
          <p:cNvSpPr/>
          <p:nvPr/>
        </p:nvSpPr>
        <p:spPr>
          <a:xfrm>
            <a:off x="2980944" y="4142232"/>
            <a:ext cx="7315" cy="64008"/>
          </a:xfrm>
          <a:prstGeom prst="rect">
            <a:avLst/>
          </a:prstGeom>
          <a:solidFill>
            <a:srgbClr val="2F80FF"/>
          </a:solidFill>
          <a:ln/>
        </p:spPr>
      </p:sp>
      <p:sp>
        <p:nvSpPr>
          <p:cNvPr id="15" name="Shape 10"/>
          <p:cNvSpPr/>
          <p:nvPr/>
        </p:nvSpPr>
        <p:spPr>
          <a:xfrm>
            <a:off x="3346704" y="4142232"/>
            <a:ext cx="7315" cy="64008"/>
          </a:xfrm>
          <a:prstGeom prst="rect">
            <a:avLst/>
          </a:prstGeom>
          <a:solidFill>
            <a:srgbClr val="2F80FF"/>
          </a:solidFill>
          <a:ln/>
        </p:spPr>
      </p:sp>
      <p:sp>
        <p:nvSpPr>
          <p:cNvPr id="16" name="Shape 11"/>
          <p:cNvSpPr/>
          <p:nvPr/>
        </p:nvSpPr>
        <p:spPr>
          <a:xfrm>
            <a:off x="3712464" y="4142232"/>
            <a:ext cx="7315" cy="64008"/>
          </a:xfrm>
          <a:prstGeom prst="rect">
            <a:avLst/>
          </a:prstGeom>
          <a:solidFill>
            <a:srgbClr val="2F80FF"/>
          </a:solidFill>
          <a:ln/>
        </p:spPr>
      </p:sp>
      <p:sp>
        <p:nvSpPr>
          <p:cNvPr id="17" name="Shape 12"/>
          <p:cNvSpPr/>
          <p:nvPr/>
        </p:nvSpPr>
        <p:spPr>
          <a:xfrm>
            <a:off x="4078224" y="4142232"/>
            <a:ext cx="7315" cy="64008"/>
          </a:xfrm>
          <a:prstGeom prst="rect">
            <a:avLst/>
          </a:prstGeom>
          <a:solidFill>
            <a:srgbClr val="2F80FF"/>
          </a:solidFill>
          <a:ln/>
        </p:spPr>
      </p:sp>
      <p:sp>
        <p:nvSpPr>
          <p:cNvPr id="18" name="Shape 13"/>
          <p:cNvSpPr/>
          <p:nvPr/>
        </p:nvSpPr>
        <p:spPr>
          <a:xfrm>
            <a:off x="4443984" y="4142232"/>
            <a:ext cx="7315" cy="64008"/>
          </a:xfrm>
          <a:prstGeom prst="rect">
            <a:avLst/>
          </a:prstGeom>
          <a:solidFill>
            <a:srgbClr val="2F80FF"/>
          </a:solidFill>
          <a:ln/>
        </p:spPr>
      </p:sp>
      <p:sp>
        <p:nvSpPr>
          <p:cNvPr id="19" name="Shape 14"/>
          <p:cNvSpPr/>
          <p:nvPr/>
        </p:nvSpPr>
        <p:spPr>
          <a:xfrm>
            <a:off x="4809744" y="4142232"/>
            <a:ext cx="7315" cy="64008"/>
          </a:xfrm>
          <a:prstGeom prst="rect">
            <a:avLst/>
          </a:prstGeom>
          <a:solidFill>
            <a:srgbClr val="2F80FF"/>
          </a:solidFill>
          <a:ln/>
        </p:spPr>
      </p:sp>
      <p:sp>
        <p:nvSpPr>
          <p:cNvPr id="20" name="Shape 15"/>
          <p:cNvSpPr/>
          <p:nvPr/>
        </p:nvSpPr>
        <p:spPr>
          <a:xfrm>
            <a:off x="5175504" y="4142232"/>
            <a:ext cx="7315" cy="64008"/>
          </a:xfrm>
          <a:prstGeom prst="rect">
            <a:avLst/>
          </a:prstGeom>
          <a:solidFill>
            <a:srgbClr val="2F80FF"/>
          </a:solidFill>
          <a:ln/>
        </p:spPr>
      </p:sp>
      <p:sp>
        <p:nvSpPr>
          <p:cNvPr id="21" name="Shape 16"/>
          <p:cNvSpPr/>
          <p:nvPr/>
        </p:nvSpPr>
        <p:spPr>
          <a:xfrm>
            <a:off x="5541264" y="4142232"/>
            <a:ext cx="7315" cy="64008"/>
          </a:xfrm>
          <a:prstGeom prst="rect">
            <a:avLst/>
          </a:prstGeom>
          <a:solidFill>
            <a:srgbClr val="2F80FF"/>
          </a:solidFill>
          <a:ln/>
        </p:spPr>
      </p:sp>
      <p:sp>
        <p:nvSpPr>
          <p:cNvPr id="22" name="Shape 17"/>
          <p:cNvSpPr/>
          <p:nvPr/>
        </p:nvSpPr>
        <p:spPr>
          <a:xfrm>
            <a:off x="5907024" y="4142232"/>
            <a:ext cx="7315" cy="64008"/>
          </a:xfrm>
          <a:prstGeom prst="rect">
            <a:avLst/>
          </a:prstGeom>
          <a:solidFill>
            <a:srgbClr val="2F80FF"/>
          </a:solidFill>
          <a:ln/>
        </p:spPr>
      </p:sp>
      <p:sp>
        <p:nvSpPr>
          <p:cNvPr id="23" name="Shape 18"/>
          <p:cNvSpPr/>
          <p:nvPr/>
        </p:nvSpPr>
        <p:spPr>
          <a:xfrm>
            <a:off x="6272784" y="4142232"/>
            <a:ext cx="7315" cy="64008"/>
          </a:xfrm>
          <a:prstGeom prst="rect">
            <a:avLst/>
          </a:prstGeom>
          <a:solidFill>
            <a:srgbClr val="2F80FF"/>
          </a:solidFill>
          <a:ln/>
        </p:spPr>
      </p:sp>
      <p:sp>
        <p:nvSpPr>
          <p:cNvPr id="24" name="Shape 19"/>
          <p:cNvSpPr/>
          <p:nvPr/>
        </p:nvSpPr>
        <p:spPr>
          <a:xfrm>
            <a:off x="6638544" y="4142232"/>
            <a:ext cx="7315" cy="64008"/>
          </a:xfrm>
          <a:prstGeom prst="rect">
            <a:avLst/>
          </a:prstGeom>
          <a:solidFill>
            <a:srgbClr val="2F80FF"/>
          </a:solidFill>
          <a:ln/>
        </p:spPr>
      </p:sp>
      <p:sp>
        <p:nvSpPr>
          <p:cNvPr id="25" name="Shape 20"/>
          <p:cNvSpPr/>
          <p:nvPr/>
        </p:nvSpPr>
        <p:spPr>
          <a:xfrm>
            <a:off x="7004304" y="4142232"/>
            <a:ext cx="7315" cy="64008"/>
          </a:xfrm>
          <a:prstGeom prst="rect">
            <a:avLst/>
          </a:prstGeom>
          <a:solidFill>
            <a:srgbClr val="2F80FF"/>
          </a:solidFill>
          <a:ln/>
        </p:spPr>
      </p:sp>
      <p:sp>
        <p:nvSpPr>
          <p:cNvPr id="26" name="Shape 21"/>
          <p:cNvSpPr/>
          <p:nvPr/>
        </p:nvSpPr>
        <p:spPr>
          <a:xfrm>
            <a:off x="7370064" y="4142232"/>
            <a:ext cx="7315" cy="64008"/>
          </a:xfrm>
          <a:prstGeom prst="rect">
            <a:avLst/>
          </a:prstGeom>
          <a:solidFill>
            <a:srgbClr val="2F80FF"/>
          </a:solidFill>
          <a:ln/>
        </p:spPr>
      </p:sp>
      <p:sp>
        <p:nvSpPr>
          <p:cNvPr id="27" name="Shape 22"/>
          <p:cNvSpPr/>
          <p:nvPr/>
        </p:nvSpPr>
        <p:spPr>
          <a:xfrm>
            <a:off x="7735824" y="4142232"/>
            <a:ext cx="7315" cy="64008"/>
          </a:xfrm>
          <a:prstGeom prst="rect">
            <a:avLst/>
          </a:prstGeom>
          <a:solidFill>
            <a:srgbClr val="2F80FF"/>
          </a:solidFill>
          <a:ln/>
        </p:spPr>
      </p:sp>
      <p:sp>
        <p:nvSpPr>
          <p:cNvPr id="28" name="Shape 23"/>
          <p:cNvSpPr/>
          <p:nvPr/>
        </p:nvSpPr>
        <p:spPr>
          <a:xfrm>
            <a:off x="8101584" y="4142232"/>
            <a:ext cx="7315" cy="64008"/>
          </a:xfrm>
          <a:prstGeom prst="rect">
            <a:avLst/>
          </a:prstGeom>
          <a:solidFill>
            <a:srgbClr val="2F80FF"/>
          </a:solidFill>
          <a:ln/>
        </p:spPr>
      </p:sp>
      <p:sp>
        <p:nvSpPr>
          <p:cNvPr id="29" name="Shape 24"/>
          <p:cNvSpPr/>
          <p:nvPr/>
        </p:nvSpPr>
        <p:spPr>
          <a:xfrm>
            <a:off x="8467344" y="4142232"/>
            <a:ext cx="7315" cy="64008"/>
          </a:xfrm>
          <a:prstGeom prst="rect">
            <a:avLst/>
          </a:prstGeom>
          <a:solidFill>
            <a:srgbClr val="2F80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420624" y="1417320"/>
            <a:ext cx="4572000" cy="1737360"/>
          </a:xfrm>
          <a:prstGeom prst="rect">
            <a:avLst/>
          </a:prstGeom>
          <a:noFill/>
          <a:ln/>
        </p:spPr>
        <p:txBody>
          <a:bodyPr wrap="square" lIns="0" tIns="0" rIns="0" bIns="0" rtlCol="0" anchor="b"/>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Season review 2026</a:t>
            </a:r>
            <a:endParaRPr lang="en-US" sz="4000" dirty="0"/>
          </a:p>
        </p:txBody>
      </p:sp>
      <p:sp>
        <p:nvSpPr>
          <p:cNvPr id="3" name="Text 0"/>
          <p:cNvSpPr/>
          <p:nvPr>
            <p:ph idx="102" type="body" hasCustomPrompt="1"/>
          </p:nvPr>
        </p:nvSpPr>
        <p:spPr>
          <a:xfrm>
            <a:off x="420624" y="3291840"/>
            <a:ext cx="4572000" cy="640080"/>
          </a:xfrm>
          <a:prstGeom prst="rect">
            <a:avLst/>
          </a:prstGeom>
          <a:noFill/>
          <a:ln/>
        </p:spPr>
        <p:txBody>
          <a:bodyPr wrap="square" lIns="0" tIns="0" rIns="0" bIns="0" rtlCol="0" anchor="t"/>
          <a:lstStyle/>
          <a:p>
            <a:pPr algn="l" indent="0" marL="0">
              <a:buNone/>
            </a:pPr>
            <a:r>
              <a:rPr lang="en-US" sz="1800" dirty="0">
                <a:solidFill>
                  <a:srgbClr val="9DA1A8"/>
                </a:solidFill>
                <a:latin typeface="Sora Light" pitchFamily="34" charset="0"/>
                <a:ea typeface="Sora Light" pitchFamily="34" charset="-122"/>
                <a:cs typeface="Sora Light" pitchFamily="34" charset="-120"/>
              </a:rPr>
              <a:t>What the driver programme delivered, and what comes next</a:t>
            </a:r>
            <a:endParaRPr lang="en-US" sz="1800" dirty="0"/>
          </a:p>
        </p:txBody>
      </p:sp>
      <p:sp>
        <p:nvSpPr>
          <p:cNvPr id="4" name="Text 13"/>
          <p:cNvSpPr/>
          <p:nvPr>
            <p:ph idx="116" type="body" hasCustomPrompt="1"/>
          </p:nvPr>
        </p:nvSpPr>
        <p:spPr>
          <a:xfrm>
            <a:off x="420624" y="4389120"/>
            <a:ext cx="4023360" cy="274320"/>
          </a:xfrm>
          <a:prstGeom prst="rect">
            <a:avLst/>
          </a:prstGeom>
          <a:noFill/>
          <a:ln/>
        </p:spPr>
        <p:txBody>
          <a:bodyPr wrap="square" lIns="0" tIns="0" rIns="0" bIns="0" rtlCol="0" anchor="t"/>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Smedley Group, September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Today</a:t>
            </a:r>
            <a:endParaRPr lang="en-US" sz="2400" dirty="0"/>
          </a:p>
        </p:txBody>
      </p:sp>
      <p:sp>
        <p:nvSpPr>
          <p:cNvPr id="3" name="Text 25"/>
          <p:cNvSpPr/>
          <p:nvPr>
            <p:ph idx="126" type="body" hasCustomPrompt="1"/>
          </p:nvPr>
        </p:nvSpPr>
        <p:spPr>
          <a:xfrm>
            <a:off x="420624" y="1371600"/>
            <a:ext cx="5852160" cy="2926080"/>
          </a:xfrm>
          <a:prstGeom prst="rect">
            <a:avLst/>
          </a:prstGeom>
          <a:noFill/>
          <a:ln/>
        </p:spPr>
        <p:txBody>
          <a:bodyPr wrap="square" lIns="0" tIns="0" rIns="0" bIns="0" rtlCol="0" anchor="t"/>
          <a:lstStyle/>
          <a:p>
            <a:pPr algn="l" indent="0" marL="0">
              <a:lnSpc>
                <a:spcPct val="125000"/>
              </a:lnSpc>
              <a:buNone/>
            </a:pPr>
            <a:r>
              <a:rPr lang="en-US" sz="1400" dirty="0">
                <a:solidFill>
                  <a:srgbClr val="D8231A"/>
                </a:solidFill>
                <a:latin typeface="IBM Plex Mono" pitchFamily="34" charset="0"/>
                <a:ea typeface="IBM Plex Mono" pitchFamily="34" charset="-122"/>
                <a:cs typeface="IBM Plex Mono" pitchFamily="34" charset="-120"/>
              </a:rPr>
              <a:t>01   </a:t>
            </a:r>
            <a:pPr algn="l" indent="0" marL="0">
              <a:lnSpc>
                <a:spcPct val="125000"/>
              </a:lnSpc>
              <a:buNone/>
            </a:pPr>
            <a:r>
              <a:rPr lang="en-US" sz="1800" dirty="0">
                <a:solidFill>
                  <a:srgbClr val="0B0C0E"/>
                </a:solidFill>
                <a:latin typeface="Sora" pitchFamily="34" charset="0"/>
                <a:ea typeface="Sora" pitchFamily="34" charset="-122"/>
                <a:cs typeface="Sora" pitchFamily="34" charset="-120"/>
              </a:rPr>
              <a:t>Where the season ended</a:t>
            </a:r>
            <a:endParaRPr lang="en-US" sz="1800" dirty="0"/>
          </a:p>
          <a:p>
            <a:pPr algn="l" indent="0" marL="0">
              <a:lnSpc>
                <a:spcPct val="125000"/>
              </a:lnSpc>
              <a:buNone/>
            </a:pPr>
            <a:r>
              <a:rPr lang="en-US" sz="1400" dirty="0">
                <a:solidFill>
                  <a:srgbClr val="585D65"/>
                </a:solidFill>
                <a:latin typeface="IBM Plex Mono" pitchFamily="34" charset="0"/>
                <a:ea typeface="IBM Plex Mono" pitchFamily="34" charset="-122"/>
                <a:cs typeface="IBM Plex Mono" pitchFamily="34" charset="-120"/>
              </a:rPr>
              <a:t>02   </a:t>
            </a:r>
            <a:pPr algn="l" indent="0" marL="0">
              <a:lnSpc>
                <a:spcPct val="125000"/>
              </a:lnSpc>
              <a:buNone/>
            </a:pPr>
            <a:r>
              <a:rPr lang="en-US" sz="1800" dirty="0">
                <a:solidFill>
                  <a:srgbClr val="0B0C0E"/>
                </a:solidFill>
                <a:latin typeface="Sora" pitchFamily="34" charset="0"/>
                <a:ea typeface="Sora" pitchFamily="34" charset="-122"/>
                <a:cs typeface="Sora" pitchFamily="34" charset="-120"/>
              </a:rPr>
              <a:t>What TalentID told us</a:t>
            </a:r>
            <a:endParaRPr lang="en-US" sz="1800" dirty="0"/>
          </a:p>
          <a:p>
            <a:pPr algn="l" indent="0" marL="0">
              <a:lnSpc>
                <a:spcPct val="125000"/>
              </a:lnSpc>
              <a:buNone/>
            </a:pPr>
            <a:r>
              <a:rPr lang="en-US" sz="1400" dirty="0">
                <a:solidFill>
                  <a:srgbClr val="585D65"/>
                </a:solidFill>
                <a:latin typeface="IBM Plex Mono" pitchFamily="34" charset="0"/>
                <a:ea typeface="IBM Plex Mono" pitchFamily="34" charset="-122"/>
                <a:cs typeface="IBM Plex Mono" pitchFamily="34" charset="-120"/>
              </a:rPr>
              <a:t>03   </a:t>
            </a:r>
            <a:pPr algn="l" indent="0" marL="0">
              <a:lnSpc>
                <a:spcPct val="125000"/>
              </a:lnSpc>
              <a:buNone/>
            </a:pPr>
            <a:r>
              <a:rPr lang="en-US" sz="1800" dirty="0">
                <a:solidFill>
                  <a:srgbClr val="0B0C0E"/>
                </a:solidFill>
                <a:latin typeface="Sora" pitchFamily="34" charset="0"/>
                <a:ea typeface="Sora" pitchFamily="34" charset="-122"/>
                <a:cs typeface="Sora" pitchFamily="34" charset="-120"/>
              </a:rPr>
              <a:t>The F4 shortlist</a:t>
            </a:r>
            <a:endParaRPr lang="en-US" sz="1800" dirty="0"/>
          </a:p>
          <a:p>
            <a:pPr algn="l" indent="0" marL="0">
              <a:lnSpc>
                <a:spcPct val="125000"/>
              </a:lnSpc>
              <a:buNone/>
            </a:pPr>
            <a:r>
              <a:rPr lang="en-US" sz="1400" dirty="0">
                <a:solidFill>
                  <a:srgbClr val="585D65"/>
                </a:solidFill>
                <a:latin typeface="IBM Plex Mono" pitchFamily="34" charset="0"/>
                <a:ea typeface="IBM Plex Mono" pitchFamily="34" charset="-122"/>
                <a:cs typeface="IBM Plex Mono" pitchFamily="34" charset="-120"/>
              </a:rPr>
              <a:t>04   </a:t>
            </a:r>
            <a:pPr algn="l" indent="0" marL="0">
              <a:lnSpc>
                <a:spcPct val="125000"/>
              </a:lnSpc>
              <a:buNone/>
            </a:pPr>
            <a:r>
              <a:rPr lang="en-US" sz="1800" dirty="0">
                <a:solidFill>
                  <a:srgbClr val="0B0C0E"/>
                </a:solidFill>
                <a:latin typeface="Sora" pitchFamily="34" charset="0"/>
                <a:ea typeface="Sora" pitchFamily="34" charset="-122"/>
                <a:cs typeface="Sora" pitchFamily="34" charset="-120"/>
              </a:rPr>
              <a:t>Next season</a:t>
            </a:r>
            <a:endParaRPr lang="en-US" sz="18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420624" y="1572768"/>
            <a:ext cx="868680" cy="457200"/>
          </a:xfrm>
          <a:prstGeom prst="rect">
            <a:avLst/>
          </a:prstGeom>
          <a:noFill/>
          <a:ln/>
        </p:spPr>
        <p:txBody>
          <a:bodyPr wrap="square" lIns="0" tIns="0" rIns="0" bIns="0" rtlCol="0" anchor="ctr"/>
          <a:lstStyle/>
          <a:p>
            <a:pPr algn="ctr" indent="0" marL="0">
              <a:buNone/>
            </a:pPr>
            <a:r>
              <a:rPr lang="en-US" sz="2000" dirty="0">
                <a:solidFill>
                  <a:srgbClr val="FFFFFF"/>
                </a:solidFill>
                <a:latin typeface="Sora SemiBold" pitchFamily="34" charset="0"/>
                <a:ea typeface="Sora SemiBold" pitchFamily="34" charset="-122"/>
                <a:cs typeface="Sora SemiBold" pitchFamily="34" charset="-120"/>
              </a:rPr>
              <a:t>01</a:t>
            </a:r>
            <a:endParaRPr lang="en-US" sz="2000" dirty="0"/>
          </a:p>
        </p:txBody>
      </p:sp>
      <p:sp>
        <p:nvSpPr>
          <p:cNvPr id="3" name="Text 0"/>
          <p:cNvSpPr/>
          <p:nvPr>
            <p:ph idx="102" type="title" hasCustomPrompt="1"/>
          </p:nvPr>
        </p:nvSpPr>
        <p:spPr>
          <a:xfrm>
            <a:off x="420624" y="2240280"/>
            <a:ext cx="7680960" cy="914400"/>
          </a:xfrm>
          <a:prstGeom prst="rect">
            <a:avLst/>
          </a:prstGeom>
          <a:noFill/>
          <a:ln/>
        </p:spPr>
        <p:txBody>
          <a:bodyPr wrap="square" lIns="0" tIns="0" rIns="0" bIns="0" rtlCol="0" anchor="t"/>
          <a:lstStyle/>
          <a:p>
            <a:pPr algn="l" indent="0" marL="0">
              <a:buNone/>
            </a:pPr>
            <a:r>
              <a:rPr lang="en-US" sz="3600" dirty="0">
                <a:solidFill>
                  <a:srgbClr val="FFFFFF"/>
                </a:solidFill>
                <a:latin typeface="Sora SemiBold" pitchFamily="34" charset="0"/>
                <a:ea typeface="Sora SemiBold" pitchFamily="34" charset="-122"/>
                <a:cs typeface="Sora SemiBold" pitchFamily="34" charset="-120"/>
              </a:rPr>
              <a:t>Where the season ended</a:t>
            </a:r>
            <a:endParaRPr lang="en-US" sz="36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9DA1A8"/>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One slide, one point: say it in the title</a:t>
            </a:r>
            <a:endParaRPr lang="en-US" sz="2400" dirty="0"/>
          </a:p>
        </p:txBody>
      </p:sp>
      <p:sp>
        <p:nvSpPr>
          <p:cNvPr id="3" name="Text 0"/>
          <p:cNvSpPr/>
          <p:nvPr>
            <p:ph idx="101" type="body" hasCustomPrompt="1"/>
          </p:nvPr>
        </p:nvSpPr>
        <p:spPr>
          <a:xfrm>
            <a:off x="420624" y="1024128"/>
            <a:ext cx="4023360" cy="3017520"/>
          </a:xfrm>
          <a:prstGeom prst="rect">
            <a:avLst/>
          </a:prstGeom>
          <a:noFill/>
          <a:ln/>
        </p:spPr>
        <p:txBody>
          <a:bodyPr wrap="square" lIns="0" tIns="0" rIns="0" bIns="0" rtlCol="0" anchor="t"/>
          <a:lstStyle/>
          <a:p>
            <a:pPr algn="l" indent="0" marL="0">
              <a:spcAft>
                <a:spcPts val="1200"/>
              </a:spcAft>
              <a:buNone/>
            </a:pPr>
            <a:r>
              <a:rPr lang="en-US" sz="1400" dirty="0">
                <a:solidFill>
                  <a:srgbClr val="0B0C0E"/>
                </a:solidFill>
                <a:latin typeface="Sora" pitchFamily="34" charset="0"/>
                <a:ea typeface="Sora" pitchFamily="34" charset="-122"/>
                <a:cs typeface="Sora" pitchFamily="34" charset="-120"/>
              </a:rPr>
              <a:t>Lead with the conclusion. The reader should be able to stop after the title and still act.</a:t>
            </a:r>
            <a:endParaRPr lang="en-US" sz="1400" dirty="0"/>
          </a:p>
          <a:p>
            <a:pPr algn="l" marL="177800" indent="-177800">
              <a:buSzPct val="100000"/>
              <a:buChar char="•"/>
            </a:pPr>
            <a:r>
              <a:rPr lang="en-US" sz="1200" dirty="0">
                <a:solidFill>
                  <a:srgbClr val="585D65"/>
                </a:solidFill>
                <a:latin typeface="Sora" pitchFamily="34" charset="0"/>
                <a:ea typeface="Sora" pitchFamily="34" charset="-122"/>
                <a:cs typeface="Sora" pitchFamily="34" charset="-120"/>
              </a:rPr>
              <a:t>Supporting points in plain sentences</a:t>
            </a:r>
            <a:endParaRPr lang="en-US" sz="1400" dirty="0"/>
          </a:p>
          <a:p>
            <a:pPr algn="l" marL="177800" indent="-177800">
              <a:buSzPct val="100000"/>
              <a:buChar char="•"/>
            </a:pPr>
            <a:r>
              <a:rPr lang="en-US" sz="1200" dirty="0">
                <a:solidFill>
                  <a:srgbClr val="585D65"/>
                </a:solidFill>
                <a:latin typeface="Sora" pitchFamily="34" charset="0"/>
                <a:ea typeface="Sora" pitchFamily="34" charset="-122"/>
                <a:cs typeface="Sora" pitchFamily="34" charset="-120"/>
              </a:rPr>
              <a:t>Numbers with units: 0.18 s, 57 %, 1,406 sessions</a:t>
            </a:r>
            <a:endParaRPr lang="en-US" sz="1400" dirty="0"/>
          </a:p>
          <a:p>
            <a:pPr algn="l" marL="177800" indent="-177800">
              <a:buSzPct val="100000"/>
              <a:buChar char="•"/>
            </a:pPr>
            <a:r>
              <a:rPr lang="en-US" sz="1200" dirty="0">
                <a:solidFill>
                  <a:srgbClr val="585D65"/>
                </a:solidFill>
                <a:latin typeface="Sora" pitchFamily="34" charset="0"/>
                <a:ea typeface="Sora" pitchFamily="34" charset="-122"/>
                <a:cs typeface="Sora" pitchFamily="34" charset="-120"/>
              </a:rPr>
              <a:t>Sentence case everywhere</a:t>
            </a:r>
            <a:endParaRPr lang="en-US" sz="1400" dirty="0"/>
          </a:p>
        </p:txBody>
      </p:sp>
      <p:sp>
        <p:nvSpPr>
          <p:cNvPr id="4" name="Text 0"/>
          <p:cNvSpPr/>
          <p:nvPr>
            <p:ph idx="102" type="body" hasCustomPrompt="1"/>
          </p:nvPr>
        </p:nvSpPr>
        <p:spPr>
          <a:xfrm>
            <a:off x="5120640" y="1005840"/>
            <a:ext cx="3602736" cy="1371600"/>
          </a:xfrm>
          <a:prstGeom prst="rect">
            <a:avLst/>
          </a:prstGeom>
          <a:noFill/>
          <a:ln/>
        </p:spPr>
        <p:txBody>
          <a:bodyPr wrap="square" lIns="0" tIns="0" rIns="0" bIns="0" rtlCol="0" anchor="b"/>
          <a:lstStyle/>
          <a:p>
            <a:pPr algn="l" indent="0" marL="0">
              <a:buNone/>
            </a:pPr>
            <a:r>
              <a:rPr lang="en-US" sz="9600" spc="-300" kern="0" dirty="0">
                <a:solidFill>
                  <a:srgbClr val="0B0C0E"/>
                </a:solidFill>
                <a:latin typeface="Sora SemiBold" pitchFamily="34" charset="0"/>
                <a:ea typeface="Sora SemiBold" pitchFamily="34" charset="-122"/>
                <a:cs typeface="Sora SemiBold" pitchFamily="34" charset="-120"/>
              </a:rPr>
              <a:t>57</a:t>
            </a:r>
            <a:pPr algn="l" indent="0" marL="0">
              <a:buNone/>
            </a:pPr>
            <a:r>
              <a:rPr lang="en-US" sz="3200" spc="-300" kern="0" dirty="0">
                <a:solidFill>
                  <a:srgbClr val="D8231A"/>
                </a:solidFill>
                <a:latin typeface="Sora SemiBold" pitchFamily="34" charset="0"/>
                <a:ea typeface="Sora SemiBold" pitchFamily="34" charset="-122"/>
                <a:cs typeface="Sora SemiBold" pitchFamily="34" charset="-120"/>
              </a:rPr>
              <a:t> %</a:t>
            </a:r>
            <a:endParaRPr lang="en-US" sz="9600" dirty="0"/>
          </a:p>
        </p:txBody>
      </p:sp>
      <p:sp>
        <p:nvSpPr>
          <p:cNvPr id="5" name="Text 0"/>
          <p:cNvSpPr/>
          <p:nvPr>
            <p:ph idx="103" type="body" hasCustomPrompt="1"/>
          </p:nvPr>
        </p:nvSpPr>
        <p:spPr>
          <a:xfrm>
            <a:off x="5166360" y="2514600"/>
            <a:ext cx="3474720" cy="640080"/>
          </a:xfrm>
          <a:prstGeom prst="rect">
            <a:avLst/>
          </a:prstGeom>
          <a:noFill/>
          <a:ln/>
        </p:spPr>
        <p:txBody>
          <a:bodyPr wrap="square" lIns="0" tIns="0" rIns="0" bIns="0" rtlCol="0" anchor="t"/>
          <a:lstStyle/>
          <a:p>
            <a:pPr algn="l" indent="0" marL="0">
              <a:buNone/>
            </a:pPr>
            <a:r>
              <a:rPr lang="en-US" sz="1100" dirty="0">
                <a:solidFill>
                  <a:srgbClr val="585D65"/>
                </a:solidFill>
                <a:latin typeface="Sora" pitchFamily="34" charset="0"/>
                <a:ea typeface="Sora" pitchFamily="34" charset="-122"/>
                <a:cs typeface="Sora" pitchFamily="34" charset="-120"/>
              </a:rPr>
              <a:t>of the way to F1: the one figure this slide is about</a:t>
            </a:r>
            <a:endParaRPr lang="en-US" sz="1100" dirty="0"/>
          </a:p>
        </p:txBody>
      </p:sp>
      <p:sp>
        <p:nvSpPr>
          <p:cNvPr id="6" name="Text 1"/>
          <p:cNvSpPr/>
          <p:nvPr>
            <p:ph idx="105" type="body" hasCustomPrompt="1"/>
          </p:nvPr>
        </p:nvSpPr>
        <p:spPr>
          <a:xfrm>
            <a:off x="5166360" y="3383280"/>
            <a:ext cx="3557016" cy="274320"/>
          </a:xfrm>
          <a:prstGeom prst="rect">
            <a:avLst/>
          </a:prstGeom>
          <a:noFill/>
          <a:ln/>
        </p:spPr>
        <p:txBody>
          <a:bodyPr wrap="square" lIns="0" tIns="0" rIns="0" bIns="0" rtlCol="0" anchor="t"/>
          <a:lstStyle/>
          <a:p>
            <a:pPr algn="l" indent="0" marL="0">
              <a:buNone/>
            </a:pPr>
            <a:r>
              <a:rPr lang="en-US" sz="800" dirty="0">
                <a:solidFill>
                  <a:srgbClr val="585D65"/>
                </a:solidFill>
                <a:latin typeface="IBM Plex Mono" pitchFamily="34" charset="0"/>
                <a:ea typeface="IBM Plex Mono" pitchFamily="34" charset="-122"/>
                <a:cs typeface="IBM Plex Mono" pitchFamily="34" charset="-120"/>
              </a:rPr>
              <a:t>Source: TalentID, season 2026</a:t>
            </a:r>
            <a:endParaRPr lang="en-US" sz="8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TalentID replaces guesswork with laps</a:t>
            </a:r>
            <a:endParaRPr lang="en-US" sz="2400" dirty="0"/>
          </a:p>
        </p:txBody>
      </p:sp>
      <p:sp>
        <p:nvSpPr>
          <p:cNvPr id="3" name="Text 0"/>
          <p:cNvSpPr/>
          <p:nvPr>
            <p:ph idx="101" type="body" hasCustomPrompt="1"/>
          </p:nvPr>
        </p:nvSpPr>
        <p:spPr>
          <a:xfrm>
            <a:off x="420624" y="1024128"/>
            <a:ext cx="4023360" cy="365760"/>
          </a:xfrm>
          <a:prstGeom prst="rect">
            <a:avLst/>
          </a:prstGeom>
          <a:noFill/>
          <a:ln/>
        </p:spPr>
        <p:txBody>
          <a:bodyPr wrap="square" lIns="0" tIns="0" rIns="0" bIns="0" rtlCol="0" anchor="t"/>
          <a:lstStyle/>
          <a:p>
            <a:pPr algn="l" indent="0" marL="0">
              <a:buNone/>
            </a:pPr>
            <a:r>
              <a:rPr lang="en-US" sz="1500" dirty="0">
                <a:solidFill>
                  <a:srgbClr val="0B0C0E"/>
                </a:solidFill>
                <a:latin typeface="Sora SemiBold" pitchFamily="34" charset="0"/>
                <a:ea typeface="Sora SemiBold" pitchFamily="34" charset="-122"/>
                <a:cs typeface="Sora SemiBold" pitchFamily="34" charset="-120"/>
              </a:rPr>
              <a:t>Before</a:t>
            </a:r>
            <a:endParaRPr lang="en-US" sz="1500" dirty="0"/>
          </a:p>
        </p:txBody>
      </p:sp>
      <p:sp>
        <p:nvSpPr>
          <p:cNvPr id="4" name="Text 1"/>
          <p:cNvSpPr/>
          <p:nvPr>
            <p:ph idx="103" type="body" hasCustomPrompt="1"/>
          </p:nvPr>
        </p:nvSpPr>
        <p:spPr>
          <a:xfrm>
            <a:off x="420624" y="1572768"/>
            <a:ext cx="4023360" cy="265176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585D65"/>
                </a:solidFill>
                <a:latin typeface="Sora" pitchFamily="34" charset="0"/>
                <a:ea typeface="Sora" pitchFamily="34" charset="-122"/>
                <a:cs typeface="Sora" pitchFamily="34" charset="-120"/>
              </a:rPr>
              <a:t>Drivers picked on a single race weekend</a:t>
            </a:r>
            <a:endParaRPr lang="en-US" sz="1200" dirty="0"/>
          </a:p>
          <a:p>
            <a:pPr algn="l" marL="177800" indent="-177800">
              <a:spcAft>
                <a:spcPts val="600"/>
              </a:spcAft>
              <a:buSzPct val="100000"/>
              <a:buChar char="•"/>
            </a:pPr>
            <a:r>
              <a:rPr lang="en-US" sz="1200" dirty="0">
                <a:solidFill>
                  <a:srgbClr val="585D65"/>
                </a:solidFill>
                <a:latin typeface="Sora" pitchFamily="34" charset="0"/>
                <a:ea typeface="Sora" pitchFamily="34" charset="-122"/>
                <a:cs typeface="Sora" pitchFamily="34" charset="-120"/>
              </a:rPr>
              <a:t>Scouts in the paddock, notes on paper</a:t>
            </a:r>
            <a:endParaRPr lang="en-US" sz="1200" dirty="0"/>
          </a:p>
          <a:p>
            <a:pPr algn="l" marL="177800" indent="-177800">
              <a:spcAft>
                <a:spcPts val="600"/>
              </a:spcAft>
              <a:buSzPct val="100000"/>
              <a:buChar char="•"/>
            </a:pPr>
            <a:r>
              <a:rPr lang="en-US" sz="1200" dirty="0">
                <a:solidFill>
                  <a:srgbClr val="585D65"/>
                </a:solidFill>
                <a:latin typeface="Sora" pitchFamily="34" charset="0"/>
                <a:ea typeface="Sora" pitchFamily="34" charset="-122"/>
                <a:cs typeface="Sora" pitchFamily="34" charset="-120"/>
              </a:rPr>
              <a:t>No common measure across hubs</a:t>
            </a:r>
            <a:endParaRPr lang="en-US" sz="1200" dirty="0"/>
          </a:p>
        </p:txBody>
      </p:sp>
      <p:sp>
        <p:nvSpPr>
          <p:cNvPr id="5" name="Text 1"/>
          <p:cNvSpPr/>
          <p:nvPr>
            <p:ph idx="104" type="body" hasCustomPrompt="1"/>
          </p:nvPr>
        </p:nvSpPr>
        <p:spPr>
          <a:xfrm>
            <a:off x="4700016" y="1024128"/>
            <a:ext cx="4023360" cy="365760"/>
          </a:xfrm>
          <a:prstGeom prst="rect">
            <a:avLst/>
          </a:prstGeom>
          <a:noFill/>
          <a:ln/>
        </p:spPr>
        <p:txBody>
          <a:bodyPr wrap="square" lIns="0" tIns="0" rIns="0" bIns="0" rtlCol="0" anchor="t"/>
          <a:lstStyle/>
          <a:p>
            <a:pPr algn="l" indent="0" marL="0">
              <a:buNone/>
            </a:pPr>
            <a:r>
              <a:rPr lang="en-US" sz="1500" dirty="0">
                <a:solidFill>
                  <a:srgbClr val="0B0C0E"/>
                </a:solidFill>
                <a:latin typeface="Sora SemiBold" pitchFamily="34" charset="0"/>
                <a:ea typeface="Sora SemiBold" pitchFamily="34" charset="-122"/>
                <a:cs typeface="Sora SemiBold" pitchFamily="34" charset="-120"/>
              </a:rPr>
              <a:t>With TalentID</a:t>
            </a:r>
            <a:endParaRPr lang="en-US" sz="1500" dirty="0"/>
          </a:p>
        </p:txBody>
      </p:sp>
      <p:sp>
        <p:nvSpPr>
          <p:cNvPr id="6" name="Text 2"/>
          <p:cNvSpPr/>
          <p:nvPr>
            <p:ph idx="106" type="body" hasCustomPrompt="1"/>
          </p:nvPr>
        </p:nvSpPr>
        <p:spPr>
          <a:xfrm>
            <a:off x="4700016" y="1572768"/>
            <a:ext cx="4023360" cy="265176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0B0C0E"/>
                </a:solidFill>
                <a:latin typeface="Sora" pitchFamily="34" charset="0"/>
                <a:ea typeface="Sora" pitchFamily="34" charset="-122"/>
                <a:cs typeface="Sora" pitchFamily="34" charset="-120"/>
              </a:rPr>
              <a:t>Every lap of every session counts</a:t>
            </a:r>
            <a:endParaRPr lang="en-US" sz="1200" dirty="0"/>
          </a:p>
          <a:p>
            <a:pPr algn="l" marL="177800" indent="-177800">
              <a:spcAft>
                <a:spcPts val="600"/>
              </a:spcAft>
              <a:buSzPct val="100000"/>
              <a:buChar char="•"/>
            </a:pPr>
            <a:r>
              <a:rPr lang="en-US" sz="1200" dirty="0">
                <a:solidFill>
                  <a:srgbClr val="0B0C0E"/>
                </a:solidFill>
                <a:latin typeface="Sora" pitchFamily="34" charset="0"/>
                <a:ea typeface="Sora" pitchFamily="34" charset="-122"/>
                <a:cs typeface="Sora" pitchFamily="34" charset="-120"/>
              </a:rPr>
              <a:t>Pace, consistency, racecraft and adaptability, scored</a:t>
            </a:r>
            <a:endParaRPr lang="en-US" sz="1200" dirty="0"/>
          </a:p>
          <a:p>
            <a:pPr algn="l" marL="177800" indent="-177800">
              <a:spcAft>
                <a:spcPts val="600"/>
              </a:spcAft>
              <a:buSzPct val="100000"/>
              <a:buChar char="•"/>
            </a:pPr>
            <a:r>
              <a:rPr lang="en-US" sz="1200" dirty="0">
                <a:solidFill>
                  <a:srgbClr val="0B0C0E"/>
                </a:solidFill>
                <a:latin typeface="Sora" pitchFamily="34" charset="0"/>
                <a:ea typeface="Sora" pitchFamily="34" charset="-122"/>
                <a:cs typeface="Sora" pitchFamily="34" charset="-120"/>
              </a:rPr>
              <a:t>One index, comparable from Lagos to Łódź</a:t>
            </a:r>
            <a:endParaRPr lang="en-US" sz="12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The route from a hub to an F4 seat</a:t>
            </a:r>
            <a:endParaRPr lang="en-US" sz="2400" dirty="0"/>
          </a:p>
        </p:txBody>
      </p:sp>
      <p:sp>
        <p:nvSpPr>
          <p:cNvPr id="3" name="Shape 1"/>
          <p:cNvSpPr/>
          <p:nvPr/>
        </p:nvSpPr>
        <p:spPr>
          <a:xfrm flipH="1">
            <a:off x="420624" y="1143000"/>
            <a:ext cx="576072" cy="274320"/>
          </a:xfrm>
          <a:prstGeom prst="parallelogram">
            <a:avLst>
              <a:gd name="adj" fmla="val 70000"/>
            </a:avLst>
          </a:prstGeom>
          <a:solidFill>
            <a:srgbClr val="0B0C0E"/>
          </a:solidFill>
          <a:ln/>
        </p:spPr>
      </p:sp>
      <p:sp>
        <p:nvSpPr>
          <p:cNvPr id="4" name="Text 2"/>
          <p:cNvSpPr txBox="1"/>
          <p:nvPr/>
        </p:nvSpPr>
        <p:spPr>
          <a:xfrm>
            <a:off x="420624" y="1143000"/>
            <a:ext cx="576072" cy="274320"/>
          </a:xfrm>
          <a:prstGeom prst="rect">
            <a:avLst/>
          </a:prstGeom>
          <a:noFill/>
          <a:ln/>
        </p:spPr>
        <p:txBody>
          <a:bodyPr wrap="square" lIns="0" tIns="0" rIns="0" bIns="0" rtlCol="0" anchor="ctr"/>
          <a:lstStyle/>
          <a:p>
            <a:pPr algn="ctr" indent="0" marL="0">
              <a:buNone/>
            </a:pPr>
            <a:r>
              <a:rPr lang="en-US" sz="1100" dirty="0">
                <a:solidFill>
                  <a:srgbClr val="FFFFFF"/>
                </a:solidFill>
                <a:latin typeface="Sora SemiBold" pitchFamily="34" charset="0"/>
                <a:ea typeface="Sora SemiBold" pitchFamily="34" charset="-122"/>
                <a:cs typeface="Sora SemiBold" pitchFamily="34" charset="-120"/>
              </a:rPr>
              <a:t>01</a:t>
            </a:r>
            <a:endParaRPr lang="en-US" sz="1100" dirty="0"/>
          </a:p>
        </p:txBody>
      </p:sp>
      <p:sp>
        <p:nvSpPr>
          <p:cNvPr id="5" name="Text 3"/>
          <p:cNvSpPr txBox="1"/>
          <p:nvPr/>
        </p:nvSpPr>
        <p:spPr>
          <a:xfrm>
            <a:off x="420624" y="1645920"/>
            <a:ext cx="1874520"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Hub trial</a:t>
            </a:r>
            <a:endParaRPr lang="en-US" sz="1500" dirty="0"/>
          </a:p>
        </p:txBody>
      </p:sp>
      <p:sp>
        <p:nvSpPr>
          <p:cNvPr id="6" name="Shape 4"/>
          <p:cNvSpPr/>
          <p:nvPr/>
        </p:nvSpPr>
        <p:spPr>
          <a:xfrm>
            <a:off x="420624" y="2084832"/>
            <a:ext cx="1874520" cy="0"/>
          </a:xfrm>
          <a:prstGeom prst="line">
            <a:avLst/>
          </a:prstGeom>
          <a:noFill/>
          <a:ln w="9525">
            <a:solidFill>
              <a:srgbClr val="D9DADD"/>
            </a:solidFill>
            <a:prstDash val="solid"/>
          </a:ln>
        </p:spPr>
      </p:sp>
      <p:sp>
        <p:nvSpPr>
          <p:cNvPr id="7" name="Text 5"/>
          <p:cNvSpPr txBox="1"/>
          <p:nvPr/>
        </p:nvSpPr>
        <p:spPr>
          <a:xfrm>
            <a:off x="420624" y="2194560"/>
            <a:ext cx="1874520" cy="91440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A first timed session at any FKL hub.</a:t>
            </a:r>
            <a:endParaRPr lang="en-US" sz="1100" dirty="0"/>
          </a:p>
        </p:txBody>
      </p:sp>
      <p:sp>
        <p:nvSpPr>
          <p:cNvPr id="8" name="Shape 6"/>
          <p:cNvSpPr/>
          <p:nvPr/>
        </p:nvSpPr>
        <p:spPr>
          <a:xfrm flipH="1">
            <a:off x="2542032" y="1143000"/>
            <a:ext cx="576072" cy="274320"/>
          </a:xfrm>
          <a:prstGeom prst="parallelogram">
            <a:avLst>
              <a:gd name="adj" fmla="val 70000"/>
            </a:avLst>
          </a:prstGeom>
          <a:solidFill>
            <a:srgbClr val="0B0C0E"/>
          </a:solidFill>
          <a:ln/>
        </p:spPr>
      </p:sp>
      <p:sp>
        <p:nvSpPr>
          <p:cNvPr id="9" name="Text 7"/>
          <p:cNvSpPr txBox="1"/>
          <p:nvPr/>
        </p:nvSpPr>
        <p:spPr>
          <a:xfrm>
            <a:off x="2542032" y="1143000"/>
            <a:ext cx="576072" cy="274320"/>
          </a:xfrm>
          <a:prstGeom prst="rect">
            <a:avLst/>
          </a:prstGeom>
          <a:noFill/>
          <a:ln/>
        </p:spPr>
        <p:txBody>
          <a:bodyPr wrap="square" lIns="0" tIns="0" rIns="0" bIns="0" rtlCol="0" anchor="ctr"/>
          <a:lstStyle/>
          <a:p>
            <a:pPr algn="ctr" indent="0" marL="0">
              <a:buNone/>
            </a:pPr>
            <a:r>
              <a:rPr lang="en-US" sz="1100" dirty="0">
                <a:solidFill>
                  <a:srgbClr val="FFFFFF"/>
                </a:solidFill>
                <a:latin typeface="Sora SemiBold" pitchFamily="34" charset="0"/>
                <a:ea typeface="Sora SemiBold" pitchFamily="34" charset="-122"/>
                <a:cs typeface="Sora SemiBold" pitchFamily="34" charset="-120"/>
              </a:rPr>
              <a:t>02</a:t>
            </a:r>
            <a:endParaRPr lang="en-US" sz="1100" dirty="0"/>
          </a:p>
        </p:txBody>
      </p:sp>
      <p:sp>
        <p:nvSpPr>
          <p:cNvPr id="10" name="Text 8"/>
          <p:cNvSpPr txBox="1"/>
          <p:nvPr/>
        </p:nvSpPr>
        <p:spPr>
          <a:xfrm>
            <a:off x="2542032" y="1645920"/>
            <a:ext cx="1874520"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League season</a:t>
            </a:r>
            <a:endParaRPr lang="en-US" sz="1500" dirty="0"/>
          </a:p>
        </p:txBody>
      </p:sp>
      <p:sp>
        <p:nvSpPr>
          <p:cNvPr id="11" name="Shape 9"/>
          <p:cNvSpPr/>
          <p:nvPr/>
        </p:nvSpPr>
        <p:spPr>
          <a:xfrm>
            <a:off x="2542032" y="2084832"/>
            <a:ext cx="1874520" cy="0"/>
          </a:xfrm>
          <a:prstGeom prst="line">
            <a:avLst/>
          </a:prstGeom>
          <a:noFill/>
          <a:ln w="9525">
            <a:solidFill>
              <a:srgbClr val="D9DADD"/>
            </a:solidFill>
            <a:prstDash val="solid"/>
          </a:ln>
        </p:spPr>
      </p:sp>
      <p:sp>
        <p:nvSpPr>
          <p:cNvPr id="12" name="Text 10"/>
          <p:cNvSpPr txBox="1"/>
          <p:nvPr/>
        </p:nvSpPr>
        <p:spPr>
          <a:xfrm>
            <a:off x="2542032" y="2194560"/>
            <a:ext cx="1874520" cy="91440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A full season with the index tracked every lap.</a:t>
            </a:r>
            <a:endParaRPr lang="en-US" sz="1100" dirty="0"/>
          </a:p>
        </p:txBody>
      </p:sp>
      <p:sp>
        <p:nvSpPr>
          <p:cNvPr id="13" name="Shape 11"/>
          <p:cNvSpPr/>
          <p:nvPr/>
        </p:nvSpPr>
        <p:spPr>
          <a:xfrm flipH="1">
            <a:off x="4663440" y="1143000"/>
            <a:ext cx="576072" cy="274320"/>
          </a:xfrm>
          <a:prstGeom prst="parallelogram">
            <a:avLst>
              <a:gd name="adj" fmla="val 70000"/>
            </a:avLst>
          </a:prstGeom>
          <a:solidFill>
            <a:srgbClr val="D8231A"/>
          </a:solidFill>
          <a:ln/>
        </p:spPr>
      </p:sp>
      <p:sp>
        <p:nvSpPr>
          <p:cNvPr id="14" name="Text 12"/>
          <p:cNvSpPr txBox="1"/>
          <p:nvPr/>
        </p:nvSpPr>
        <p:spPr>
          <a:xfrm>
            <a:off x="4663440" y="1143000"/>
            <a:ext cx="576072" cy="274320"/>
          </a:xfrm>
          <a:prstGeom prst="rect">
            <a:avLst/>
          </a:prstGeom>
          <a:noFill/>
          <a:ln/>
        </p:spPr>
        <p:txBody>
          <a:bodyPr wrap="square" lIns="0" tIns="0" rIns="0" bIns="0" rtlCol="0" anchor="ctr"/>
          <a:lstStyle/>
          <a:p>
            <a:pPr algn="ctr" indent="0" marL="0">
              <a:buNone/>
            </a:pPr>
            <a:r>
              <a:rPr lang="en-US" sz="1100" dirty="0">
                <a:solidFill>
                  <a:srgbClr val="FFFFFF"/>
                </a:solidFill>
                <a:latin typeface="Sora SemiBold" pitchFamily="34" charset="0"/>
                <a:ea typeface="Sora SemiBold" pitchFamily="34" charset="-122"/>
                <a:cs typeface="Sora SemiBold" pitchFamily="34" charset="-120"/>
              </a:rPr>
              <a:t>03</a:t>
            </a:r>
            <a:endParaRPr lang="en-US" sz="1100" dirty="0"/>
          </a:p>
        </p:txBody>
      </p:sp>
      <p:sp>
        <p:nvSpPr>
          <p:cNvPr id="15" name="Text 13"/>
          <p:cNvSpPr txBox="1"/>
          <p:nvPr/>
        </p:nvSpPr>
        <p:spPr>
          <a:xfrm>
            <a:off x="4663440" y="1645920"/>
            <a:ext cx="1874520"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F4 test day</a:t>
            </a:r>
            <a:endParaRPr lang="en-US" sz="1500" dirty="0"/>
          </a:p>
        </p:txBody>
      </p:sp>
      <p:sp>
        <p:nvSpPr>
          <p:cNvPr id="16" name="Shape 14"/>
          <p:cNvSpPr/>
          <p:nvPr/>
        </p:nvSpPr>
        <p:spPr>
          <a:xfrm>
            <a:off x="4663440" y="2084832"/>
            <a:ext cx="1874520" cy="0"/>
          </a:xfrm>
          <a:prstGeom prst="line">
            <a:avLst/>
          </a:prstGeom>
          <a:noFill/>
          <a:ln w="9525">
            <a:solidFill>
              <a:srgbClr val="D9DADD"/>
            </a:solidFill>
            <a:prstDash val="solid"/>
          </a:ln>
        </p:spPr>
      </p:sp>
      <p:sp>
        <p:nvSpPr>
          <p:cNvPr id="17" name="Text 15"/>
          <p:cNvSpPr txBox="1"/>
          <p:nvPr/>
        </p:nvSpPr>
        <p:spPr>
          <a:xfrm>
            <a:off x="4663440" y="2194560"/>
            <a:ext cx="1874520" cy="91440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An index above 85 earns a day in an F4 car.</a:t>
            </a:r>
            <a:endParaRPr lang="en-US" sz="1100" dirty="0"/>
          </a:p>
        </p:txBody>
      </p:sp>
      <p:sp>
        <p:nvSpPr>
          <p:cNvPr id="18" name="Shape 16"/>
          <p:cNvSpPr/>
          <p:nvPr/>
        </p:nvSpPr>
        <p:spPr>
          <a:xfrm flipH="1">
            <a:off x="6784848" y="1143000"/>
            <a:ext cx="576072" cy="274320"/>
          </a:xfrm>
          <a:prstGeom prst="parallelogram">
            <a:avLst>
              <a:gd name="adj" fmla="val 70000"/>
            </a:avLst>
          </a:prstGeom>
          <a:solidFill>
            <a:srgbClr val="0B0C0E"/>
          </a:solidFill>
          <a:ln/>
        </p:spPr>
      </p:sp>
      <p:sp>
        <p:nvSpPr>
          <p:cNvPr id="19" name="Text 17"/>
          <p:cNvSpPr txBox="1"/>
          <p:nvPr/>
        </p:nvSpPr>
        <p:spPr>
          <a:xfrm>
            <a:off x="6784848" y="1143000"/>
            <a:ext cx="576072" cy="274320"/>
          </a:xfrm>
          <a:prstGeom prst="rect">
            <a:avLst/>
          </a:prstGeom>
          <a:noFill/>
          <a:ln/>
        </p:spPr>
        <p:txBody>
          <a:bodyPr wrap="square" lIns="0" tIns="0" rIns="0" bIns="0" rtlCol="0" anchor="ctr"/>
          <a:lstStyle/>
          <a:p>
            <a:pPr algn="ctr" indent="0" marL="0">
              <a:buNone/>
            </a:pPr>
            <a:r>
              <a:rPr lang="en-US" sz="1100" dirty="0">
                <a:solidFill>
                  <a:srgbClr val="FFFFFF"/>
                </a:solidFill>
                <a:latin typeface="Sora SemiBold" pitchFamily="34" charset="0"/>
                <a:ea typeface="Sora SemiBold" pitchFamily="34" charset="-122"/>
                <a:cs typeface="Sora SemiBold" pitchFamily="34" charset="-120"/>
              </a:rPr>
              <a:t>04</a:t>
            </a:r>
            <a:endParaRPr lang="en-US" sz="1100" dirty="0"/>
          </a:p>
        </p:txBody>
      </p:sp>
      <p:sp>
        <p:nvSpPr>
          <p:cNvPr id="20" name="Text 18"/>
          <p:cNvSpPr txBox="1"/>
          <p:nvPr/>
        </p:nvSpPr>
        <p:spPr>
          <a:xfrm>
            <a:off x="6784848" y="1645920"/>
            <a:ext cx="1874520"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F4 seat</a:t>
            </a:r>
            <a:endParaRPr lang="en-US" sz="1500" dirty="0"/>
          </a:p>
        </p:txBody>
      </p:sp>
      <p:sp>
        <p:nvSpPr>
          <p:cNvPr id="21" name="Shape 19"/>
          <p:cNvSpPr/>
          <p:nvPr/>
        </p:nvSpPr>
        <p:spPr>
          <a:xfrm>
            <a:off x="6784848" y="2084832"/>
            <a:ext cx="1874520" cy="0"/>
          </a:xfrm>
          <a:prstGeom prst="line">
            <a:avLst/>
          </a:prstGeom>
          <a:noFill/>
          <a:ln w="9525">
            <a:solidFill>
              <a:srgbClr val="D9DADD"/>
            </a:solidFill>
            <a:prstDash val="solid"/>
          </a:ln>
        </p:spPr>
      </p:sp>
      <p:sp>
        <p:nvSpPr>
          <p:cNvPr id="22" name="Text 20"/>
          <p:cNvSpPr txBox="1"/>
          <p:nvPr/>
        </p:nvSpPr>
        <p:spPr>
          <a:xfrm>
            <a:off x="6784848" y="2194560"/>
            <a:ext cx="1874520" cy="91440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FAT Racing funds the season that follows.</a:t>
            </a:r>
            <a:endParaRPr lang="en-US" sz="1100" dirty="0"/>
          </a:p>
        </p:txBody>
      </p:sp>
      <p:sp>
        <p:nvSpPr>
          <p:cNvPr id="24" name="Text 0"/>
          <p:cNvSpPr/>
          <p:nvPr>
            <p:ph idx="101" type="body" hasCustomPrompt="1"/>
          </p:nvPr>
        </p:nvSpPr>
        <p:spPr>
          <a:xfrm>
            <a:off x="420624" y="1024128"/>
            <a:ext cx="8302752" cy="320040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Four steps to the 2027 grid</a:t>
            </a:r>
            <a:endParaRPr lang="en-US" sz="2400" dirty="0"/>
          </a:p>
        </p:txBody>
      </p:sp>
      <p:sp>
        <p:nvSpPr>
          <p:cNvPr id="3" name="Shape 1"/>
          <p:cNvSpPr/>
          <p:nvPr/>
        </p:nvSpPr>
        <p:spPr>
          <a:xfrm>
            <a:off x="420624" y="2514600"/>
            <a:ext cx="8302752" cy="9144"/>
          </a:xfrm>
          <a:prstGeom prst="rect">
            <a:avLst/>
          </a:prstGeom>
          <a:solidFill>
            <a:srgbClr val="1F66E0"/>
          </a:solidFill>
          <a:ln/>
        </p:spPr>
      </p:sp>
      <p:sp>
        <p:nvSpPr>
          <p:cNvPr id="4" name="Shape 2"/>
          <p:cNvSpPr/>
          <p:nvPr/>
        </p:nvSpPr>
        <p:spPr>
          <a:xfrm>
            <a:off x="420624" y="2482596"/>
            <a:ext cx="1037844" cy="41148"/>
          </a:xfrm>
          <a:prstGeom prst="rect">
            <a:avLst/>
          </a:prstGeom>
          <a:solidFill>
            <a:srgbClr val="D8231A"/>
          </a:solidFill>
          <a:ln/>
        </p:spPr>
      </p:sp>
      <p:sp>
        <p:nvSpPr>
          <p:cNvPr id="5" name="Shape 3"/>
          <p:cNvSpPr/>
          <p:nvPr/>
        </p:nvSpPr>
        <p:spPr>
          <a:xfrm>
            <a:off x="420624" y="2368296"/>
            <a:ext cx="10973" cy="146304"/>
          </a:xfrm>
          <a:prstGeom prst="rect">
            <a:avLst/>
          </a:prstGeom>
          <a:solidFill>
            <a:srgbClr val="D8231A"/>
          </a:solidFill>
          <a:ln/>
        </p:spPr>
      </p:sp>
      <p:sp>
        <p:nvSpPr>
          <p:cNvPr id="6" name="Text 4"/>
          <p:cNvSpPr txBox="1"/>
          <p:nvPr/>
        </p:nvSpPr>
        <p:spPr>
          <a:xfrm>
            <a:off x="420624" y="2057400"/>
            <a:ext cx="1892808" cy="274320"/>
          </a:xfrm>
          <a:prstGeom prst="rect">
            <a:avLst/>
          </a:prstGeom>
          <a:noFill/>
          <a:ln/>
        </p:spPr>
        <p:txBody>
          <a:bodyPr wrap="square" lIns="0" tIns="0" rIns="0" bIns="0" rtlCol="0" anchor="t"/>
          <a:lstStyle/>
          <a:p>
            <a:pPr indent="0" marL="0">
              <a:buNone/>
            </a:pPr>
            <a:r>
              <a:rPr lang="en-US" sz="1000" dirty="0">
                <a:solidFill>
                  <a:srgbClr val="D8231A"/>
                </a:solidFill>
                <a:latin typeface="IBM Plex Mono" pitchFamily="34" charset="0"/>
                <a:ea typeface="IBM Plex Mono" pitchFamily="34" charset="-122"/>
                <a:cs typeface="IBM Plex Mono" pitchFamily="34" charset="-120"/>
              </a:rPr>
              <a:t>Oct 2026</a:t>
            </a:r>
            <a:endParaRPr lang="en-US" sz="1000" dirty="0"/>
          </a:p>
        </p:txBody>
      </p:sp>
      <p:sp>
        <p:nvSpPr>
          <p:cNvPr id="7" name="Text 5"/>
          <p:cNvSpPr txBox="1"/>
          <p:nvPr/>
        </p:nvSpPr>
        <p:spPr>
          <a:xfrm>
            <a:off x="420624" y="2697480"/>
            <a:ext cx="1892808"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Shortlist</a:t>
            </a:r>
            <a:endParaRPr lang="en-US" sz="1500" dirty="0"/>
          </a:p>
        </p:txBody>
      </p:sp>
      <p:sp>
        <p:nvSpPr>
          <p:cNvPr id="8" name="Text 6"/>
          <p:cNvSpPr txBox="1"/>
          <p:nvPr/>
        </p:nvSpPr>
        <p:spPr>
          <a:xfrm>
            <a:off x="420624" y="3081528"/>
            <a:ext cx="1801368" cy="73152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Twelve drivers above the F4 line.</a:t>
            </a:r>
            <a:endParaRPr lang="en-US" sz="1100" dirty="0"/>
          </a:p>
        </p:txBody>
      </p:sp>
      <p:sp>
        <p:nvSpPr>
          <p:cNvPr id="9" name="Shape 7"/>
          <p:cNvSpPr/>
          <p:nvPr/>
        </p:nvSpPr>
        <p:spPr>
          <a:xfrm>
            <a:off x="2496312" y="2368296"/>
            <a:ext cx="10973" cy="146304"/>
          </a:xfrm>
          <a:prstGeom prst="rect">
            <a:avLst/>
          </a:prstGeom>
          <a:solidFill>
            <a:srgbClr val="1F66E0"/>
          </a:solidFill>
          <a:ln/>
        </p:spPr>
      </p:sp>
      <p:sp>
        <p:nvSpPr>
          <p:cNvPr id="10" name="Text 8"/>
          <p:cNvSpPr txBox="1"/>
          <p:nvPr/>
        </p:nvSpPr>
        <p:spPr>
          <a:xfrm>
            <a:off x="2496312" y="2057400"/>
            <a:ext cx="1892808" cy="274320"/>
          </a:xfrm>
          <a:prstGeom prst="rect">
            <a:avLst/>
          </a:prstGeom>
          <a:noFill/>
          <a:ln/>
        </p:spPr>
        <p:txBody>
          <a:bodyPr wrap="square" lIns="0" tIns="0" rIns="0" bIns="0" rtlCol="0" anchor="t"/>
          <a:lstStyle/>
          <a:p>
            <a:pPr indent="0" marL="0">
              <a:buNone/>
            </a:pPr>
            <a:r>
              <a:rPr lang="en-US" sz="1000" dirty="0">
                <a:solidFill>
                  <a:srgbClr val="585D65"/>
                </a:solidFill>
                <a:latin typeface="IBM Plex Mono" pitchFamily="34" charset="0"/>
                <a:ea typeface="IBM Plex Mono" pitchFamily="34" charset="-122"/>
                <a:cs typeface="IBM Plex Mono" pitchFamily="34" charset="-120"/>
              </a:rPr>
              <a:t>Dec 2026</a:t>
            </a:r>
            <a:endParaRPr lang="en-US" sz="1000" dirty="0"/>
          </a:p>
        </p:txBody>
      </p:sp>
      <p:sp>
        <p:nvSpPr>
          <p:cNvPr id="11" name="Text 9"/>
          <p:cNvSpPr txBox="1"/>
          <p:nvPr/>
        </p:nvSpPr>
        <p:spPr>
          <a:xfrm>
            <a:off x="2496312" y="2697480"/>
            <a:ext cx="1892808"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Test days</a:t>
            </a:r>
            <a:endParaRPr lang="en-US" sz="1500" dirty="0"/>
          </a:p>
        </p:txBody>
      </p:sp>
      <p:sp>
        <p:nvSpPr>
          <p:cNvPr id="12" name="Text 10"/>
          <p:cNvSpPr txBox="1"/>
          <p:nvPr/>
        </p:nvSpPr>
        <p:spPr>
          <a:xfrm>
            <a:off x="2496312" y="3081528"/>
            <a:ext cx="1801368" cy="73152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Two days each at Silverstone.</a:t>
            </a:r>
            <a:endParaRPr lang="en-US" sz="1100" dirty="0"/>
          </a:p>
        </p:txBody>
      </p:sp>
      <p:sp>
        <p:nvSpPr>
          <p:cNvPr id="13" name="Shape 11"/>
          <p:cNvSpPr/>
          <p:nvPr/>
        </p:nvSpPr>
        <p:spPr>
          <a:xfrm>
            <a:off x="4572000" y="2368296"/>
            <a:ext cx="10973" cy="146304"/>
          </a:xfrm>
          <a:prstGeom prst="rect">
            <a:avLst/>
          </a:prstGeom>
          <a:solidFill>
            <a:srgbClr val="1F66E0"/>
          </a:solidFill>
          <a:ln/>
        </p:spPr>
      </p:sp>
      <p:sp>
        <p:nvSpPr>
          <p:cNvPr id="14" name="Text 12"/>
          <p:cNvSpPr txBox="1"/>
          <p:nvPr/>
        </p:nvSpPr>
        <p:spPr>
          <a:xfrm>
            <a:off x="4572000" y="2057400"/>
            <a:ext cx="1892808" cy="274320"/>
          </a:xfrm>
          <a:prstGeom prst="rect">
            <a:avLst/>
          </a:prstGeom>
          <a:noFill/>
          <a:ln/>
        </p:spPr>
        <p:txBody>
          <a:bodyPr wrap="square" lIns="0" tIns="0" rIns="0" bIns="0" rtlCol="0" anchor="t"/>
          <a:lstStyle/>
          <a:p>
            <a:pPr indent="0" marL="0">
              <a:buNone/>
            </a:pPr>
            <a:r>
              <a:rPr lang="en-US" sz="1000" dirty="0">
                <a:solidFill>
                  <a:srgbClr val="585D65"/>
                </a:solidFill>
                <a:latin typeface="IBM Plex Mono" pitchFamily="34" charset="0"/>
                <a:ea typeface="IBM Plex Mono" pitchFamily="34" charset="-122"/>
                <a:cs typeface="IBM Plex Mono" pitchFamily="34" charset="-120"/>
              </a:rPr>
              <a:t>Feb 2027</a:t>
            </a:r>
            <a:endParaRPr lang="en-US" sz="1000" dirty="0"/>
          </a:p>
        </p:txBody>
      </p:sp>
      <p:sp>
        <p:nvSpPr>
          <p:cNvPr id="15" name="Text 13"/>
          <p:cNvSpPr txBox="1"/>
          <p:nvPr/>
        </p:nvSpPr>
        <p:spPr>
          <a:xfrm>
            <a:off x="4572000" y="2697480"/>
            <a:ext cx="1892808"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Selection</a:t>
            </a:r>
            <a:endParaRPr lang="en-US" sz="1500" dirty="0"/>
          </a:p>
        </p:txBody>
      </p:sp>
      <p:sp>
        <p:nvSpPr>
          <p:cNvPr id="16" name="Text 14"/>
          <p:cNvSpPr txBox="1"/>
          <p:nvPr/>
        </p:nvSpPr>
        <p:spPr>
          <a:xfrm>
            <a:off x="4572000" y="3081528"/>
            <a:ext cx="1801368" cy="73152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Four seats, chosen on the index.</a:t>
            </a:r>
            <a:endParaRPr lang="en-US" sz="1100" dirty="0"/>
          </a:p>
        </p:txBody>
      </p:sp>
      <p:sp>
        <p:nvSpPr>
          <p:cNvPr id="17" name="Shape 15"/>
          <p:cNvSpPr/>
          <p:nvPr/>
        </p:nvSpPr>
        <p:spPr>
          <a:xfrm>
            <a:off x="6647688" y="2368296"/>
            <a:ext cx="10973" cy="146304"/>
          </a:xfrm>
          <a:prstGeom prst="rect">
            <a:avLst/>
          </a:prstGeom>
          <a:solidFill>
            <a:srgbClr val="1F66E0"/>
          </a:solidFill>
          <a:ln/>
        </p:spPr>
      </p:sp>
      <p:sp>
        <p:nvSpPr>
          <p:cNvPr id="18" name="Text 16"/>
          <p:cNvSpPr txBox="1"/>
          <p:nvPr/>
        </p:nvSpPr>
        <p:spPr>
          <a:xfrm>
            <a:off x="6647688" y="2057400"/>
            <a:ext cx="1892808" cy="274320"/>
          </a:xfrm>
          <a:prstGeom prst="rect">
            <a:avLst/>
          </a:prstGeom>
          <a:noFill/>
          <a:ln/>
        </p:spPr>
        <p:txBody>
          <a:bodyPr wrap="square" lIns="0" tIns="0" rIns="0" bIns="0" rtlCol="0" anchor="t"/>
          <a:lstStyle/>
          <a:p>
            <a:pPr indent="0" marL="0">
              <a:buNone/>
            </a:pPr>
            <a:r>
              <a:rPr lang="en-US" sz="1000" dirty="0">
                <a:solidFill>
                  <a:srgbClr val="585D65"/>
                </a:solidFill>
                <a:latin typeface="IBM Plex Mono" pitchFamily="34" charset="0"/>
                <a:ea typeface="IBM Plex Mono" pitchFamily="34" charset="-122"/>
                <a:cs typeface="IBM Plex Mono" pitchFamily="34" charset="-120"/>
              </a:rPr>
              <a:t>Apr 2027</a:t>
            </a:r>
            <a:endParaRPr lang="en-US" sz="1000" dirty="0"/>
          </a:p>
        </p:txBody>
      </p:sp>
      <p:sp>
        <p:nvSpPr>
          <p:cNvPr id="19" name="Text 17"/>
          <p:cNvSpPr txBox="1"/>
          <p:nvPr/>
        </p:nvSpPr>
        <p:spPr>
          <a:xfrm>
            <a:off x="6647688" y="2697480"/>
            <a:ext cx="1892808" cy="365760"/>
          </a:xfrm>
          <a:prstGeom prst="rect">
            <a:avLst/>
          </a:prstGeom>
          <a:noFill/>
          <a:ln/>
        </p:spPr>
        <p:txBody>
          <a:bodyPr wrap="square" lIns="0" tIns="0" rIns="0" bIns="0" rtlCol="0" anchor="t"/>
          <a:lstStyle/>
          <a:p>
            <a:pPr indent="0" marL="0">
              <a:buNone/>
            </a:pPr>
            <a:r>
              <a:rPr lang="en-US" sz="1500" dirty="0">
                <a:solidFill>
                  <a:srgbClr val="0B0C0E"/>
                </a:solidFill>
                <a:latin typeface="Sora SemiBold" pitchFamily="34" charset="0"/>
                <a:ea typeface="Sora SemiBold" pitchFamily="34" charset="-122"/>
                <a:cs typeface="Sora SemiBold" pitchFamily="34" charset="-120"/>
              </a:rPr>
              <a:t>Season one</a:t>
            </a:r>
            <a:endParaRPr lang="en-US" sz="1500" dirty="0"/>
          </a:p>
        </p:txBody>
      </p:sp>
      <p:sp>
        <p:nvSpPr>
          <p:cNvPr id="20" name="Text 18"/>
          <p:cNvSpPr txBox="1"/>
          <p:nvPr/>
        </p:nvSpPr>
        <p:spPr>
          <a:xfrm>
            <a:off x="6647688" y="3081528"/>
            <a:ext cx="1801368" cy="73152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British F4 opener, Donington.</a:t>
            </a:r>
            <a:endParaRPr lang="en-US" sz="1100" dirty="0"/>
          </a:p>
        </p:txBody>
      </p:sp>
      <p:sp>
        <p:nvSpPr>
          <p:cNvPr id="22" name="Text 0"/>
          <p:cNvSpPr/>
          <p:nvPr>
            <p:ph idx="101" type="body" hasCustomPrompt="1"/>
          </p:nvPr>
        </p:nvSpPr>
        <p:spPr>
          <a:xfrm>
            <a:off x="420624" y="1024128"/>
            <a:ext cx="8302752" cy="320040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Maja is closing on the F4 entry line</a:t>
            </a:r>
            <a:endParaRPr lang="en-US" sz="2400" dirty="0"/>
          </a:p>
        </p:txBody>
      </p:sp>
      <p:graphicFrame>
        <p:nvGraphicFramePr>
          <p:cNvPr id="3" name="Chart 0" descr="Line chart: gap to the class reference over 12 sessions, falling from 0.62 s to 0.18 s, below the F4 entry line of 0.30 s"/>
          <p:cNvGraphicFramePr/>
          <p:nvPr/>
        </p:nvGraphicFramePr>
        <p:xfrm>
          <a:off x="420624" y="1024128"/>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188720"/>
            <a:ext cx="2286000" cy="548640"/>
          </a:xfrm>
          <a:prstGeom prst="rect">
            <a:avLst/>
          </a:prstGeom>
          <a:noFill/>
          <a:ln/>
        </p:spPr>
        <p:txBody>
          <a:bodyPr wrap="square" lIns="0" tIns="0" rIns="0" bIns="0" rtlCol="0" anchor="t"/>
          <a:lstStyle/>
          <a:p>
            <a:pPr indent="0" marL="0">
              <a:buNone/>
            </a:pPr>
            <a:r>
              <a:rPr lang="en-US" sz="2800" dirty="0">
                <a:solidFill>
                  <a:srgbClr val="0B0C0E"/>
                </a:solidFill>
                <a:latin typeface="IBM Plex Mono Medium" pitchFamily="34" charset="0"/>
                <a:ea typeface="IBM Plex Mono Medium" pitchFamily="34" charset="-122"/>
                <a:cs typeface="IBM Plex Mono Medium" pitchFamily="34" charset="-120"/>
              </a:rPr>
              <a:t>+0.18 s</a:t>
            </a:r>
            <a:endParaRPr lang="en-US" sz="2800" dirty="0"/>
          </a:p>
        </p:txBody>
      </p:sp>
      <p:sp>
        <p:nvSpPr>
          <p:cNvPr id="5" name="Text 2"/>
          <p:cNvSpPr txBox="1"/>
          <p:nvPr/>
        </p:nvSpPr>
        <p:spPr>
          <a:xfrm>
            <a:off x="6400800" y="1783080"/>
            <a:ext cx="2286000" cy="731520"/>
          </a:xfrm>
          <a:prstGeom prst="rect">
            <a:avLst/>
          </a:prstGeom>
          <a:noFill/>
          <a:ln/>
        </p:spPr>
        <p:txBody>
          <a:bodyPr wrap="square" lIns="0" tIns="0" rIns="0" bIns="0" rtlCol="0" anchor="t"/>
          <a:lstStyle/>
          <a:p>
            <a:pPr indent="0" marL="0">
              <a:buNone/>
            </a:pPr>
            <a:r>
              <a:rPr lang="en-US" sz="1100" dirty="0">
                <a:solidFill>
                  <a:srgbClr val="585D65"/>
                </a:solidFill>
                <a:latin typeface="Sora" pitchFamily="34" charset="0"/>
                <a:ea typeface="Sora" pitchFamily="34" charset="-122"/>
                <a:cs typeface="Sora" pitchFamily="34" charset="-120"/>
              </a:rPr>
              <a:t>gap to the class reference after 12 sessions, down from +0.62 s</a:t>
            </a:r>
            <a:endParaRPr lang="en-US" sz="1100" dirty="0"/>
          </a:p>
        </p:txBody>
      </p:sp>
      <p:sp>
        <p:nvSpPr>
          <p:cNvPr id="7" name="Text 0"/>
          <p:cNvSpPr/>
          <p:nvPr>
            <p:ph idx="101" type="body" hasCustomPrompt="1"/>
          </p:nvPr>
        </p:nvSpPr>
        <p:spPr>
          <a:xfrm>
            <a:off x="420624" y="1024128"/>
            <a:ext cx="8302752" cy="320040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Qualifying, cadet class, round 7</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20624" y="1097280"/>
          <a:ext cx="8302752" cy="914400"/>
        </p:xfrm>
        <a:graphic>
          <a:graphicData uri="http://schemas.openxmlformats.org/drawingml/2006/table">
            <a:tbl>
              <a:tblPr/>
              <a:tblGrid>
                <a:gridCol w="548640"/>
                <a:gridCol w="2651760"/>
                <a:gridCol w="1097280"/>
                <a:gridCol w="914400"/>
                <a:gridCol w="1005840"/>
                <a:gridCol w="1005840"/>
                <a:gridCol w="1078992"/>
              </a:tblGrid>
              <a:tr h="384048">
                <a:tc>
                  <a:txBody>
                    <a:bodyPr/>
                    <a:lstStyle/>
                    <a:p>
                      <a:pPr algn="l" indent="0" marL="0">
                        <a:buNone/>
                      </a:pPr>
                      <a:r>
                        <a:rPr lang="en-US" sz="800" dirty="0">
                          <a:solidFill>
                            <a:srgbClr val="585D65"/>
                          </a:solidFill>
                          <a:latin typeface="IBM Plex Mono" pitchFamily="34" charset="0"/>
                          <a:ea typeface="IBM Plex Mono" pitchFamily="34" charset="-122"/>
                          <a:cs typeface="IBM Plex Mono" pitchFamily="34" charset="-120"/>
                        </a:rPr>
                        <a:t>Pos</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l" indent="0" marL="0">
                        <a:buNone/>
                      </a:pPr>
                      <a:r>
                        <a:rPr lang="en-US" sz="800" dirty="0">
                          <a:solidFill>
                            <a:srgbClr val="585D65"/>
                          </a:solidFill>
                          <a:latin typeface="IBM Plex Mono" pitchFamily="34" charset="0"/>
                          <a:ea typeface="IBM Plex Mono" pitchFamily="34" charset="-122"/>
                          <a:cs typeface="IBM Plex Mono" pitchFamily="34" charset="-120"/>
                        </a:rPr>
                        <a:t>Driver</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800" dirty="0">
                          <a:solidFill>
                            <a:srgbClr val="585D65"/>
                          </a:solidFill>
                          <a:latin typeface="IBM Plex Mono" pitchFamily="34" charset="0"/>
                          <a:ea typeface="IBM Plex Mono" pitchFamily="34" charset="-122"/>
                          <a:cs typeface="IBM Plex Mono" pitchFamily="34" charset="-120"/>
                        </a:rPr>
                        <a:t>Best</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800" dirty="0">
                          <a:solidFill>
                            <a:srgbClr val="585D65"/>
                          </a:solidFill>
                          <a:latin typeface="IBM Plex Mono" pitchFamily="34" charset="0"/>
                          <a:ea typeface="IBM Plex Mono" pitchFamily="34" charset="-122"/>
                          <a:cs typeface="IBM Plex Mono" pitchFamily="34" charset="-120"/>
                        </a:rPr>
                        <a:t>Gap</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800" dirty="0">
                          <a:solidFill>
                            <a:srgbClr val="585D65"/>
                          </a:solidFill>
                          <a:latin typeface="IBM Plex Mono" pitchFamily="34" charset="0"/>
                          <a:ea typeface="IBM Plex Mono" pitchFamily="34" charset="-122"/>
                          <a:cs typeface="IBM Plex Mono" pitchFamily="34" charset="-120"/>
                        </a:rPr>
                        <a:t>S1</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800" dirty="0">
                          <a:solidFill>
                            <a:srgbClr val="585D65"/>
                          </a:solidFill>
                          <a:latin typeface="IBM Plex Mono" pitchFamily="34" charset="0"/>
                          <a:ea typeface="IBM Plex Mono" pitchFamily="34" charset="-122"/>
                          <a:cs typeface="IBM Plex Mono" pitchFamily="34" charset="-120"/>
                        </a:rPr>
                        <a:t>S2</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800" dirty="0">
                          <a:solidFill>
                            <a:srgbClr val="585D65"/>
                          </a:solidFill>
                          <a:latin typeface="IBM Plex Mono" pitchFamily="34" charset="0"/>
                          <a:ea typeface="IBM Plex Mono" pitchFamily="34" charset="-122"/>
                          <a:cs typeface="IBM Plex Mono" pitchFamily="34" charset="-120"/>
                        </a:rPr>
                        <a:t>S3</a:t>
                      </a:r>
                      <a:endParaRPr lang="en-US" sz="8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r>
              <a:tr h="384048">
                <a:tc>
                  <a:txBody>
                    <a:bodyPr/>
                    <a:lstStyle/>
                    <a:p>
                      <a:pPr indent="0" marL="0">
                        <a:buNone/>
                      </a:pPr>
                      <a:r>
                        <a:rPr lang="en-US" sz="1100" b="1" dirty="0">
                          <a:solidFill>
                            <a:srgbClr val="D8231A"/>
                          </a:solidFill>
                          <a:latin typeface="IBM Plex Mono" pitchFamily="34" charset="0"/>
                          <a:ea typeface="IBM Plex Mono" pitchFamily="34" charset="-122"/>
                          <a:cs typeface="IBM Plex Mono" pitchFamily="34" charset="-120"/>
                        </a:rPr>
                        <a:t>1</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indent="0" marL="0">
                        <a:buNone/>
                      </a:pPr>
                      <a:r>
                        <a:rPr lang="en-US" sz="1100" dirty="0">
                          <a:solidFill>
                            <a:srgbClr val="0B0C0E"/>
                          </a:solidFill>
                          <a:latin typeface="Sora" pitchFamily="34" charset="0"/>
                          <a:ea typeface="Sora" pitchFamily="34" charset="-122"/>
                          <a:cs typeface="Sora" pitchFamily="34" charset="-120"/>
                        </a:rPr>
                        <a:t>Maja Kowalczyk</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1:02.418</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Leader</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20.904</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07A38"/>
                          </a:solidFill>
                          <a:latin typeface="IBM Plex Mono" pitchFamily="34" charset="0"/>
                          <a:ea typeface="IBM Plex Mono" pitchFamily="34" charset="-122"/>
                          <a:cs typeface="IBM Plex Mono" pitchFamily="34" charset="-120"/>
                        </a:rPr>
                        <a:t>20.771</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20.743</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r>
              <a:tr h="384048">
                <a:tc>
                  <a:txBody>
                    <a:bodyPr/>
                    <a:lstStyle/>
                    <a:p>
                      <a:pPr indent="0" marL="0">
                        <a:buNone/>
                      </a:pPr>
                      <a:r>
                        <a:rPr lang="en-US" sz="1100" dirty="0">
                          <a:solidFill>
                            <a:srgbClr val="0B0C0E"/>
                          </a:solidFill>
                          <a:latin typeface="IBM Plex Mono" pitchFamily="34" charset="0"/>
                          <a:ea typeface="IBM Plex Mono" pitchFamily="34" charset="-122"/>
                          <a:cs typeface="IBM Plex Mono" pitchFamily="34" charset="-120"/>
                        </a:rPr>
                        <a:t>2</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indent="0" marL="0">
                        <a:buNone/>
                      </a:pPr>
                      <a:r>
                        <a:rPr lang="en-US" sz="1100" dirty="0">
                          <a:solidFill>
                            <a:srgbClr val="0B0C0E"/>
                          </a:solidFill>
                          <a:latin typeface="Sora" pitchFamily="34" charset="0"/>
                          <a:ea typeface="Sora" pitchFamily="34" charset="-122"/>
                          <a:cs typeface="Sora" pitchFamily="34" charset="-120"/>
                        </a:rPr>
                        <a:t>Leo Hartmann</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1:02.521</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+0.103</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20.951</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20.868</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07A38"/>
                          </a:solidFill>
                          <a:latin typeface="IBM Plex Mono" pitchFamily="34" charset="0"/>
                          <a:ea typeface="IBM Plex Mono" pitchFamily="34" charset="-122"/>
                          <a:cs typeface="IBM Plex Mono" pitchFamily="34" charset="-120"/>
                        </a:rPr>
                        <a:t>20.702</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r>
              <a:tr h="384048">
                <a:tc>
                  <a:txBody>
                    <a:bodyPr/>
                    <a:lstStyle/>
                    <a:p>
                      <a:pPr indent="0" marL="0">
                        <a:buNone/>
                      </a:pPr>
                      <a:r>
                        <a:rPr lang="en-US" sz="1100" dirty="0">
                          <a:solidFill>
                            <a:srgbClr val="0B0C0E"/>
                          </a:solidFill>
                          <a:latin typeface="IBM Plex Mono" pitchFamily="34" charset="0"/>
                          <a:ea typeface="IBM Plex Mono" pitchFamily="34" charset="-122"/>
                          <a:cs typeface="IBM Plex Mono" pitchFamily="34" charset="-120"/>
                        </a:rPr>
                        <a:t>3</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indent="0" marL="0">
                        <a:buNone/>
                      </a:pPr>
                      <a:r>
                        <a:rPr lang="en-US" sz="1100" dirty="0">
                          <a:solidFill>
                            <a:srgbClr val="0B0C0E"/>
                          </a:solidFill>
                          <a:latin typeface="Sora" pitchFamily="34" charset="0"/>
                          <a:ea typeface="Sora" pitchFamily="34" charset="-122"/>
                          <a:cs typeface="Sora" pitchFamily="34" charset="-120"/>
                        </a:rPr>
                        <a:t>Aarav Mehta</a:t>
                      </a:r>
                      <a:endParaRPr lang="en-US" sz="1100" dirty="0">
                        <a:latin typeface="Sora" charset="0"/>
                        <a:ea typeface="Sora" charset="0"/>
                        <a:cs typeface="Sora"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1:02.977</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+0.559</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07A38"/>
                          </a:solidFill>
                          <a:latin typeface="IBM Plex Mono" pitchFamily="34" charset="0"/>
                          <a:ea typeface="IBM Plex Mono" pitchFamily="34" charset="-122"/>
                          <a:cs typeface="IBM Plex Mono" pitchFamily="34" charset="-120"/>
                        </a:rPr>
                        <a:t>20.887</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21.101</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c>
                  <a:txBody>
                    <a:bodyPr/>
                    <a:lstStyle/>
                    <a:p>
                      <a:pPr algn="r" indent="0" marL="0">
                        <a:buNone/>
                      </a:pPr>
                      <a:r>
                        <a:rPr lang="en-US" sz="1100" dirty="0">
                          <a:solidFill>
                            <a:srgbClr val="0B0C0E"/>
                          </a:solidFill>
                          <a:latin typeface="IBM Plex Mono" pitchFamily="34" charset="0"/>
                          <a:ea typeface="IBM Plex Mono" pitchFamily="34" charset="-122"/>
                          <a:cs typeface="IBM Plex Mono" pitchFamily="34" charset="-120"/>
                        </a:rPr>
                        <a:t>20.989</a:t>
                      </a:r>
                      <a:endParaRPr lang="en-US" sz="1100" dirty="0">
                        <a:latin typeface="IBM Plex Mono" charset="0"/>
                        <a:ea typeface="IBM Plex Mono" charset="0"/>
                        <a:cs typeface="IBM Plex Mono" charset="0"/>
                      </a:endParaRPr>
                    </a:p>
                  </a:txBody>
                  <a:tcPr marL="45720" marR="45720" marT="0" marB="0" anchor="ctr">
                    <a:lnL w="0" cap="flat" cmpd="sng" algn="ctr">
                      <a:noFill/>
                    </a:lnL>
                    <a:lnR w="0" cap="flat" cmpd="sng" algn="ctr">
                      <a:noFill/>
                    </a:lnR>
                    <a:lnT w="0" cap="flat" cmpd="sng" algn="ctr">
                      <a:noFill/>
                    </a:lnT>
                    <a:lnB w="9525" cap="flat" cmpd="sng" algn="ctr">
                      <a:solidFill>
                        <a:srgbClr val="D9DADD"/>
                      </a:solidFill>
                      <a:prstDash val="solid"/>
                      <a:round/>
                      <a:headEnd type="none" w="med" len="med"/>
                      <a:tailEnd type="none" w="med" len="med"/>
                    </a:lnB>
                  </a:tcPr>
                </a:tc>
              </a:tr>
            </a:tbl>
          </a:graphicData>
        </a:graphic>
      </p:graphicFrame>
      <p:sp>
        <p:nvSpPr>
          <p:cNvPr id="4" name="Text 1"/>
          <p:cNvSpPr txBox="1"/>
          <p:nvPr/>
        </p:nvSpPr>
        <p:spPr>
          <a:xfrm>
            <a:off x="420624" y="3017520"/>
            <a:ext cx="5486400" cy="365760"/>
          </a:xfrm>
          <a:prstGeom prst="rect">
            <a:avLst/>
          </a:prstGeom>
          <a:noFill/>
          <a:ln/>
        </p:spPr>
        <p:txBody>
          <a:bodyPr wrap="square" lIns="0" tIns="0" rIns="0" bIns="0" rtlCol="0" anchor="t"/>
          <a:lstStyle/>
          <a:p>
            <a:pPr indent="0" marL="0">
              <a:buNone/>
            </a:pPr>
            <a:r>
              <a:rPr lang="en-US" sz="1000" dirty="0">
                <a:solidFill>
                  <a:srgbClr val="585D65"/>
                </a:solidFill>
                <a:latin typeface="Sora" pitchFamily="34" charset="0"/>
                <a:ea typeface="Sora" pitchFamily="34" charset="-122"/>
                <a:cs typeface="Sora" pitchFamily="34" charset="-120"/>
              </a:rPr>
              <a:t>The leader in red. The fastest time in each sector is the only green on the slide.</a:t>
            </a:r>
            <a:endParaRPr lang="en-US" sz="1000" dirty="0"/>
          </a:p>
        </p:txBody>
      </p:sp>
      <p:sp>
        <p:nvSpPr>
          <p:cNvPr id="6" name="Text 0"/>
          <p:cNvSpPr/>
          <p:nvPr>
            <p:ph idx="101" type="body" hasCustomPrompt="1"/>
          </p:nvPr>
        </p:nvSpPr>
        <p:spPr>
          <a:xfrm>
            <a:off x="420624" y="1024128"/>
            <a:ext cx="8302752" cy="320040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3840480" cy="914400"/>
          </a:xfrm>
          <a:prstGeom prst="rect">
            <a:avLst/>
          </a:prstGeom>
          <a:noFill/>
          <a:ln/>
        </p:spPr>
        <p:txBody>
          <a:bodyPr wrap="square" lIns="0" tIns="0" rIns="0" bIns="0" rtlCol="0" anchor="t"/>
          <a:lstStyle/>
          <a:p>
            <a:pPr algn="l" indent="0" marL="0">
              <a:buNone/>
            </a:pPr>
            <a:r>
              <a:rPr lang="en-US" sz="2400" dirty="0">
                <a:solidFill>
                  <a:srgbClr val="0B0C0E"/>
                </a:solidFill>
                <a:latin typeface="Sora SemiBold" pitchFamily="34" charset="0"/>
                <a:ea typeface="Sora SemiBold" pitchFamily="34" charset="-122"/>
                <a:cs typeface="Sora SemiBold" pitchFamily="34" charset="-120"/>
              </a:rPr>
              <a:t>Trackside, the brand at full size</a:t>
            </a:r>
            <a:endParaRPr lang="en-US" sz="2400" dirty="0"/>
          </a:p>
        </p:txBody>
      </p:sp>
      <p:sp>
        <p:nvSpPr>
          <p:cNvPr id="3" name="Text 0"/>
          <p:cNvSpPr/>
          <p:nvPr>
            <p:ph idx="101" type="body" hasCustomPrompt="1"/>
          </p:nvPr>
        </p:nvSpPr>
        <p:spPr>
          <a:xfrm>
            <a:off x="420624" y="1463040"/>
            <a:ext cx="3840480" cy="2651760"/>
          </a:xfrm>
          <a:prstGeom prst="rect">
            <a:avLst/>
          </a:prstGeom>
          <a:noFill/>
          <a:ln/>
        </p:spPr>
        <p:txBody>
          <a:bodyPr wrap="square" lIns="0" tIns="0" rIns="0" bIns="0" rtlCol="0" anchor="t"/>
          <a:lstStyle/>
          <a:p>
            <a:pPr algn="l" indent="0" marL="0">
              <a:buNone/>
            </a:pPr>
            <a:r>
              <a:rPr lang="en-US" sz="1200" dirty="0">
                <a:solidFill>
                  <a:srgbClr val="585D65"/>
                </a:solidFill>
                <a:latin typeface="Sora" pitchFamily="34" charset="0"/>
                <a:ea typeface="Sora" pitchFamily="34" charset="-122"/>
                <a:cs typeface="Sora" pitchFamily="34" charset="-120"/>
              </a:rPr>
              <a:t>Kerbs at 55°, barrier boards alternating the lockup and the glyph. Pictures run to the edge of the slide; text never sits on them.</a:t>
            </a:r>
            <a:endParaRPr lang="en-US" sz="1200" dirty="0"/>
          </a:p>
        </p:txBody>
      </p:sp>
      <p:pic>
        <p:nvPicPr>
          <p:cNvPr id="4" name="Image 0" descr="Concept image: trackside kerbs at 55 degrees and barrier boards carrying the Smedley Group lockup">    </p:cNvPr>
          <p:cNvPicPr>
            <a:picLocks noChangeAspect="1"/>
          </p:cNvPicPr>
          <p:nvPr>
            <p:ph idx="102" hasCustomPrompt="1"/>
          </p:nvPr>
        </p:nvPicPr>
        <p:blipFill>
          <a:blip r:embed="rId1"/>
          <a:srcRect l="5556" r="5556" t="0" b="0"/>
          <a:stretch/>
        </p:blipFill>
        <p:spPr>
          <a:xfrm>
            <a:off x="4572000" y="0"/>
            <a:ext cx="4572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20624" y="1371600"/>
            <a:ext cx="6949440" cy="2011680"/>
          </a:xfrm>
          <a:prstGeom prst="rect">
            <a:avLst/>
          </a:prstGeom>
          <a:noFill/>
          <a:ln/>
        </p:spPr>
        <p:txBody>
          <a:bodyPr wrap="square" lIns="0" tIns="0" rIns="0" bIns="0" rtlCol="0" anchor="t"/>
          <a:lstStyle/>
          <a:p>
            <a:pPr algn="l" indent="0" marL="0">
              <a:lnSpc>
                <a:spcPct val="110000"/>
              </a:lnSpc>
              <a:buNone/>
            </a:pPr>
            <a:r>
              <a:rPr lang="en-US" sz="2800" dirty="0">
                <a:solidFill>
                  <a:srgbClr val="0B0C0E"/>
                </a:solidFill>
                <a:latin typeface="Sora Light" pitchFamily="34" charset="0"/>
                <a:ea typeface="Sora Light" pitchFamily="34" charset="-122"/>
                <a:cs typeface="Sora Light" pitchFamily="34" charset="-120"/>
              </a:rPr>
              <a:t>“The index told us what the stopwatch never could: who gets faster when it matters.”</a:t>
            </a:r>
            <a:endParaRPr lang="en-US" sz="2800" dirty="0"/>
          </a:p>
        </p:txBody>
      </p:sp>
      <p:sp>
        <p:nvSpPr>
          <p:cNvPr id="3" name="Text 1"/>
          <p:cNvSpPr/>
          <p:nvPr>
            <p:ph idx="102" type="body" hasCustomPrompt="1"/>
          </p:nvPr>
        </p:nvSpPr>
        <p:spPr>
          <a:xfrm>
            <a:off x="420624" y="3566160"/>
            <a:ext cx="6949440" cy="457200"/>
          </a:xfrm>
          <a:prstGeom prst="rect">
            <a:avLst/>
          </a:prstGeom>
          <a:noFill/>
          <a:ln/>
        </p:spPr>
        <p:txBody>
          <a:bodyPr wrap="square" lIns="0" tIns="0" rIns="0" bIns="0" rtlCol="0" anchor="t"/>
          <a:lstStyle/>
          <a:p>
            <a:pPr algn="l" indent="0" marL="0">
              <a:buNone/>
            </a:pPr>
            <a:r>
              <a:rPr lang="en-US" sz="1000" dirty="0">
                <a:solidFill>
                  <a:srgbClr val="585D65"/>
                </a:solidFill>
                <a:latin typeface="IBM Plex Mono" pitchFamily="34" charset="0"/>
                <a:ea typeface="IBM Plex Mono" pitchFamily="34" charset="-122"/>
                <a:cs typeface="IBM Plex Mono" pitchFamily="34" charset="-120"/>
              </a:rPr>
              <a:t>Head of driver development, FAT Racing</a:t>
            </a:r>
            <a:endParaRPr lang="en-US" sz="10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585D65"/>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FFFFFF"/>
                </a:solidFill>
                <a:latin typeface="Sora SemiBold" pitchFamily="34" charset="0"/>
                <a:ea typeface="Sora SemiBold" pitchFamily="34" charset="-122"/>
                <a:cs typeface="Sora SemiBold" pitchFamily="34" charset="-120"/>
              </a:rPr>
              <a:t>The glyph is built on one module</a:t>
            </a:r>
            <a:endParaRPr lang="en-US" sz="2400" dirty="0"/>
          </a:p>
        </p:txBody>
      </p:sp>
      <p:pic>
        <p:nvPicPr>
          <p:cNvPr id="3" name="Image 0" descr="Construction drawing of the glyph: three bars at 55 degrees on a 23.75 unit module">    </p:cNvPr>
          <p:cNvPicPr>
            <a:picLocks noChangeAspect="1"/>
          </p:cNvPicPr>
          <p:nvPr/>
        </p:nvPicPr>
        <p:blipFill>
          <a:blip r:embed="rId1"/>
          <a:stretch>
            <a:fillRect/>
          </a:stretch>
        </p:blipFill>
        <p:spPr>
          <a:xfrm>
            <a:off x="420624" y="1024128"/>
            <a:ext cx="2536911" cy="2926080"/>
          </a:xfrm>
          <a:prstGeom prst="rect">
            <a:avLst/>
          </a:prstGeom>
        </p:spPr>
      </p:pic>
      <p:sp>
        <p:nvSpPr>
          <p:cNvPr id="4" name="Shape 1"/>
          <p:cNvSpPr/>
          <p:nvPr/>
        </p:nvSpPr>
        <p:spPr>
          <a:xfrm>
            <a:off x="3840480" y="1115568"/>
            <a:ext cx="4846320" cy="0"/>
          </a:xfrm>
          <a:prstGeom prst="line">
            <a:avLst/>
          </a:prstGeom>
          <a:noFill/>
          <a:ln w="9525">
            <a:solidFill>
              <a:srgbClr val="3E5F95"/>
            </a:solidFill>
            <a:prstDash val="solid"/>
          </a:ln>
        </p:spPr>
      </p:sp>
      <p:sp>
        <p:nvSpPr>
          <p:cNvPr id="5" name="Text 2"/>
          <p:cNvSpPr txBox="1"/>
          <p:nvPr/>
        </p:nvSpPr>
        <p:spPr>
          <a:xfrm>
            <a:off x="3840480" y="1188720"/>
            <a:ext cx="1645920" cy="320040"/>
          </a:xfrm>
          <a:prstGeom prst="rect">
            <a:avLst/>
          </a:prstGeom>
          <a:noFill/>
          <a:ln/>
        </p:spPr>
        <p:txBody>
          <a:bodyPr wrap="square" lIns="0" tIns="0" rIns="0" bIns="0" rtlCol="0" anchor="t"/>
          <a:lstStyle/>
          <a:p>
            <a:pPr indent="0" marL="0">
              <a:buNone/>
            </a:pPr>
            <a:r>
              <a:rPr lang="en-US" sz="1100" dirty="0">
                <a:solidFill>
                  <a:srgbClr val="FFFFFF"/>
                </a:solidFill>
                <a:latin typeface="Sora SemiBold" pitchFamily="34" charset="0"/>
                <a:ea typeface="Sora SemiBold" pitchFamily="34" charset="-122"/>
                <a:cs typeface="Sora SemiBold" pitchFamily="34" charset="-120"/>
              </a:rPr>
              <a:t>Module</a:t>
            </a:r>
            <a:endParaRPr lang="en-US" sz="1100" dirty="0"/>
          </a:p>
        </p:txBody>
      </p:sp>
      <p:sp>
        <p:nvSpPr>
          <p:cNvPr id="6" name="Text 3"/>
          <p:cNvSpPr txBox="1"/>
          <p:nvPr/>
        </p:nvSpPr>
        <p:spPr>
          <a:xfrm>
            <a:off x="5577840" y="1188720"/>
            <a:ext cx="3108960" cy="320040"/>
          </a:xfrm>
          <a:prstGeom prst="rect">
            <a:avLst/>
          </a:prstGeom>
          <a:noFill/>
          <a:ln/>
        </p:spPr>
        <p:txBody>
          <a:bodyPr wrap="square" lIns="0" tIns="0" rIns="0" bIns="0" rtlCol="0" anchor="t"/>
          <a:lstStyle/>
          <a:p>
            <a:pPr indent="0" marL="0">
              <a:buNone/>
            </a:pPr>
            <a:r>
              <a:rPr lang="en-US" sz="1100" dirty="0">
                <a:solidFill>
                  <a:srgbClr val="A9CCFF"/>
                </a:solidFill>
                <a:latin typeface="IBM Plex Mono" pitchFamily="34" charset="0"/>
                <a:ea typeface="IBM Plex Mono" pitchFamily="34" charset="-122"/>
                <a:cs typeface="IBM Plex Mono" pitchFamily="34" charset="-120"/>
              </a:rPr>
              <a:t>23.75</a:t>
            </a:r>
            <a:endParaRPr lang="en-US" sz="1100" dirty="0"/>
          </a:p>
        </p:txBody>
      </p:sp>
      <p:sp>
        <p:nvSpPr>
          <p:cNvPr id="7" name="Shape 4"/>
          <p:cNvSpPr/>
          <p:nvPr/>
        </p:nvSpPr>
        <p:spPr>
          <a:xfrm>
            <a:off x="3840480" y="1572768"/>
            <a:ext cx="4846320" cy="0"/>
          </a:xfrm>
          <a:prstGeom prst="line">
            <a:avLst/>
          </a:prstGeom>
          <a:noFill/>
          <a:ln w="9525">
            <a:solidFill>
              <a:srgbClr val="3E5F95"/>
            </a:solidFill>
            <a:prstDash val="solid"/>
          </a:ln>
        </p:spPr>
      </p:sp>
      <p:sp>
        <p:nvSpPr>
          <p:cNvPr id="8" name="Text 5"/>
          <p:cNvSpPr txBox="1"/>
          <p:nvPr/>
        </p:nvSpPr>
        <p:spPr>
          <a:xfrm>
            <a:off x="3840480" y="1645920"/>
            <a:ext cx="1645920" cy="320040"/>
          </a:xfrm>
          <a:prstGeom prst="rect">
            <a:avLst/>
          </a:prstGeom>
          <a:noFill/>
          <a:ln/>
        </p:spPr>
        <p:txBody>
          <a:bodyPr wrap="square" lIns="0" tIns="0" rIns="0" bIns="0" rtlCol="0" anchor="t"/>
          <a:lstStyle/>
          <a:p>
            <a:pPr indent="0" marL="0">
              <a:buNone/>
            </a:pPr>
            <a:r>
              <a:rPr lang="en-US" sz="1100" dirty="0">
                <a:solidFill>
                  <a:srgbClr val="FFFFFF"/>
                </a:solidFill>
                <a:latin typeface="Sora SemiBold" pitchFamily="34" charset="0"/>
                <a:ea typeface="Sora SemiBold" pitchFamily="34" charset="-122"/>
                <a:cs typeface="Sora SemiBold" pitchFamily="34" charset="-120"/>
              </a:rPr>
              <a:t>Long bar, F4</a:t>
            </a:r>
            <a:endParaRPr lang="en-US" sz="1100" dirty="0"/>
          </a:p>
        </p:txBody>
      </p:sp>
      <p:sp>
        <p:nvSpPr>
          <p:cNvPr id="9" name="Text 6"/>
          <p:cNvSpPr txBox="1"/>
          <p:nvPr/>
        </p:nvSpPr>
        <p:spPr>
          <a:xfrm>
            <a:off x="5577840" y="1645920"/>
            <a:ext cx="3108960" cy="320040"/>
          </a:xfrm>
          <a:prstGeom prst="rect">
            <a:avLst/>
          </a:prstGeom>
          <a:noFill/>
          <a:ln/>
        </p:spPr>
        <p:txBody>
          <a:bodyPr wrap="square" lIns="0" tIns="0" rIns="0" bIns="0" rtlCol="0" anchor="t"/>
          <a:lstStyle/>
          <a:p>
            <a:pPr indent="0" marL="0">
              <a:buNone/>
            </a:pPr>
            <a:r>
              <a:rPr lang="en-US" sz="1100" dirty="0">
                <a:solidFill>
                  <a:srgbClr val="A9CCFF"/>
                </a:solidFill>
                <a:latin typeface="IBM Plex Mono" pitchFamily="34" charset="0"/>
                <a:ea typeface="IBM Plex Mono" pitchFamily="34" charset="-122"/>
                <a:cs typeface="IBM Plex Mono" pitchFamily="34" charset="-120"/>
              </a:rPr>
              <a:t>71.3 × 14.2, three modules</a:t>
            </a:r>
            <a:endParaRPr lang="en-US" sz="1100" dirty="0"/>
          </a:p>
        </p:txBody>
      </p:sp>
      <p:sp>
        <p:nvSpPr>
          <p:cNvPr id="10" name="Shape 7"/>
          <p:cNvSpPr/>
          <p:nvPr/>
        </p:nvSpPr>
        <p:spPr>
          <a:xfrm>
            <a:off x="3840480" y="2029968"/>
            <a:ext cx="4846320" cy="0"/>
          </a:xfrm>
          <a:prstGeom prst="line">
            <a:avLst/>
          </a:prstGeom>
          <a:noFill/>
          <a:ln w="9525">
            <a:solidFill>
              <a:srgbClr val="3E5F95"/>
            </a:solidFill>
            <a:prstDash val="solid"/>
          </a:ln>
        </p:spPr>
      </p:sp>
      <p:sp>
        <p:nvSpPr>
          <p:cNvPr id="11" name="Text 8"/>
          <p:cNvSpPr txBox="1"/>
          <p:nvPr/>
        </p:nvSpPr>
        <p:spPr>
          <a:xfrm>
            <a:off x="3840480" y="2103120"/>
            <a:ext cx="1645920" cy="320040"/>
          </a:xfrm>
          <a:prstGeom prst="rect">
            <a:avLst/>
          </a:prstGeom>
          <a:noFill/>
          <a:ln/>
        </p:spPr>
        <p:txBody>
          <a:bodyPr wrap="square" lIns="0" tIns="0" rIns="0" bIns="0" rtlCol="0" anchor="t"/>
          <a:lstStyle/>
          <a:p>
            <a:pPr indent="0" marL="0">
              <a:buNone/>
            </a:pPr>
            <a:r>
              <a:rPr lang="en-US" sz="1100" dirty="0">
                <a:solidFill>
                  <a:srgbClr val="FFFFFF"/>
                </a:solidFill>
                <a:latin typeface="Sora SemiBold" pitchFamily="34" charset="0"/>
                <a:ea typeface="Sora SemiBold" pitchFamily="34" charset="-122"/>
                <a:cs typeface="Sora SemiBold" pitchFamily="34" charset="-120"/>
              </a:rPr>
              <a:t>Short bars</a:t>
            </a:r>
            <a:endParaRPr lang="en-US" sz="1100" dirty="0"/>
          </a:p>
        </p:txBody>
      </p:sp>
      <p:sp>
        <p:nvSpPr>
          <p:cNvPr id="12" name="Text 9"/>
          <p:cNvSpPr txBox="1"/>
          <p:nvPr/>
        </p:nvSpPr>
        <p:spPr>
          <a:xfrm>
            <a:off x="5577840" y="2103120"/>
            <a:ext cx="3108960" cy="320040"/>
          </a:xfrm>
          <a:prstGeom prst="rect">
            <a:avLst/>
          </a:prstGeom>
          <a:noFill/>
          <a:ln/>
        </p:spPr>
        <p:txBody>
          <a:bodyPr wrap="square" lIns="0" tIns="0" rIns="0" bIns="0" rtlCol="0" anchor="t"/>
          <a:lstStyle/>
          <a:p>
            <a:pPr indent="0" marL="0">
              <a:buNone/>
            </a:pPr>
            <a:r>
              <a:rPr lang="en-US" sz="1100" dirty="0">
                <a:solidFill>
                  <a:srgbClr val="A9CCFF"/>
                </a:solidFill>
                <a:latin typeface="IBM Plex Mono" pitchFamily="34" charset="0"/>
                <a:ea typeface="IBM Plex Mono" pitchFamily="34" charset="-122"/>
                <a:cs typeface="IBM Plex Mono" pitchFamily="34" charset="-120"/>
              </a:rPr>
              <a:t>47.7 × 14.2, two modules</a:t>
            </a:r>
            <a:endParaRPr lang="en-US" sz="1100" dirty="0"/>
          </a:p>
        </p:txBody>
      </p:sp>
      <p:sp>
        <p:nvSpPr>
          <p:cNvPr id="13" name="Shape 10"/>
          <p:cNvSpPr/>
          <p:nvPr/>
        </p:nvSpPr>
        <p:spPr>
          <a:xfrm>
            <a:off x="3840480" y="2487168"/>
            <a:ext cx="4846320" cy="0"/>
          </a:xfrm>
          <a:prstGeom prst="line">
            <a:avLst/>
          </a:prstGeom>
          <a:noFill/>
          <a:ln w="9525">
            <a:solidFill>
              <a:srgbClr val="3E5F95"/>
            </a:solidFill>
            <a:prstDash val="solid"/>
          </a:ln>
        </p:spPr>
      </p:sp>
      <p:sp>
        <p:nvSpPr>
          <p:cNvPr id="14" name="Text 11"/>
          <p:cNvSpPr txBox="1"/>
          <p:nvPr/>
        </p:nvSpPr>
        <p:spPr>
          <a:xfrm>
            <a:off x="3840480" y="2560320"/>
            <a:ext cx="1645920" cy="320040"/>
          </a:xfrm>
          <a:prstGeom prst="rect">
            <a:avLst/>
          </a:prstGeom>
          <a:noFill/>
          <a:ln/>
        </p:spPr>
        <p:txBody>
          <a:bodyPr wrap="square" lIns="0" tIns="0" rIns="0" bIns="0" rtlCol="0" anchor="t"/>
          <a:lstStyle/>
          <a:p>
            <a:pPr indent="0" marL="0">
              <a:buNone/>
            </a:pPr>
            <a:r>
              <a:rPr lang="en-US" sz="1100" dirty="0">
                <a:solidFill>
                  <a:srgbClr val="FFFFFF"/>
                </a:solidFill>
                <a:latin typeface="Sora SemiBold" pitchFamily="34" charset="0"/>
                <a:ea typeface="Sora SemiBold" pitchFamily="34" charset="-122"/>
                <a:cs typeface="Sora SemiBold" pitchFamily="34" charset="-120"/>
              </a:rPr>
              <a:t>Lean</a:t>
            </a:r>
            <a:endParaRPr lang="en-US" sz="1100" dirty="0"/>
          </a:p>
        </p:txBody>
      </p:sp>
      <p:sp>
        <p:nvSpPr>
          <p:cNvPr id="15" name="Text 12"/>
          <p:cNvSpPr txBox="1"/>
          <p:nvPr/>
        </p:nvSpPr>
        <p:spPr>
          <a:xfrm>
            <a:off x="5577840" y="2560320"/>
            <a:ext cx="3108960" cy="320040"/>
          </a:xfrm>
          <a:prstGeom prst="rect">
            <a:avLst/>
          </a:prstGeom>
          <a:noFill/>
          <a:ln/>
        </p:spPr>
        <p:txBody>
          <a:bodyPr wrap="square" lIns="0" tIns="0" rIns="0" bIns="0" rtlCol="0" anchor="t"/>
          <a:lstStyle/>
          <a:p>
            <a:pPr indent="0" marL="0">
              <a:buNone/>
            </a:pPr>
            <a:r>
              <a:rPr lang="en-US" sz="1100" dirty="0">
                <a:solidFill>
                  <a:srgbClr val="A9CCFF"/>
                </a:solidFill>
                <a:latin typeface="IBM Plex Mono" pitchFamily="34" charset="0"/>
                <a:ea typeface="IBM Plex Mono" pitchFamily="34" charset="-122"/>
                <a:cs typeface="IBM Plex Mono" pitchFamily="34" charset="-120"/>
              </a:rPr>
              <a:t>55°</a:t>
            </a:r>
            <a:endParaRPr lang="en-US" sz="11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9DA1A8"/>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20624" y="402336"/>
            <a:ext cx="8302752" cy="502920"/>
          </a:xfrm>
          <a:prstGeom prst="rect">
            <a:avLst/>
          </a:prstGeom>
          <a:noFill/>
          <a:ln/>
        </p:spPr>
        <p:txBody>
          <a:bodyPr wrap="square" lIns="0" tIns="0" rIns="0" bIns="0" rtlCol="0" anchor="t"/>
          <a:lstStyle/>
          <a:p>
            <a:pPr algn="l" indent="0" marL="0">
              <a:buNone/>
            </a:pPr>
            <a:r>
              <a:rPr lang="en-US" sz="2400" dirty="0">
                <a:solidFill>
                  <a:srgbClr val="FFFFFF"/>
                </a:solidFill>
                <a:latin typeface="Sora SemiBold" pitchFamily="34" charset="0"/>
                <a:ea typeface="Sora SemiBold" pitchFamily="34" charset="-122"/>
                <a:cs typeface="Sora SemiBold" pitchFamily="34" charset="-120"/>
              </a:rPr>
              <a:t>A dark slide for moments that need weight</a:t>
            </a:r>
            <a:endParaRPr lang="en-US" sz="2400" dirty="0"/>
          </a:p>
        </p:txBody>
      </p:sp>
      <p:sp>
        <p:nvSpPr>
          <p:cNvPr id="3" name="Text 0"/>
          <p:cNvSpPr/>
          <p:nvPr>
            <p:ph idx="101" type="body" hasCustomPrompt="1"/>
          </p:nvPr>
        </p:nvSpPr>
        <p:spPr>
          <a:xfrm>
            <a:off x="420624" y="1024128"/>
            <a:ext cx="8302752" cy="3200400"/>
          </a:xfrm>
          <a:prstGeom prst="rect">
            <a:avLst/>
          </a:prstGeom>
          <a:noFill/>
          <a:ln/>
        </p:spPr>
        <p:txBody>
          <a:bodyPr wrap="square" lIns="0" tIns="0" rIns="0" bIns="0" rtlCol="0" anchor="t"/>
          <a:lstStyle/>
          <a:p>
            <a:pPr algn="l" indent="0" marL="0">
              <a:buNone/>
            </a:pPr>
            <a:r>
              <a:rPr lang="en-US" sz="1200" dirty="0">
                <a:solidFill>
                  <a:srgbClr val="FFFFFF"/>
                </a:solidFill>
                <a:latin typeface="Sora" pitchFamily="34" charset="0"/>
                <a:ea typeface="Sora" pitchFamily="34" charset="-122"/>
                <a:cs typeface="Sora" pitchFamily="34" charset="-120"/>
              </a:rPr>
              <a:t>Dark slides open and close a deck, or frame a single figure. Keep them rare, so they still mean something.</a:t>
            </a:r>
            <a:endParaRPr lang="en-US" sz="1200" dirty="0"/>
          </a:p>
        </p:txBody>
      </p:sp>
      <p:sp>
        <p:nvSpPr>
          <p:cNvPr id="4" name="Text 2"/>
          <p:cNvSpPr txBox="1"/>
          <p:nvPr/>
        </p:nvSpPr>
        <p:spPr>
          <a:xfrm>
            <a:off x="420624" y="2011680"/>
            <a:ext cx="1828800" cy="1005840"/>
          </a:xfrm>
          <a:prstGeom prst="rect">
            <a:avLst/>
          </a:prstGeom>
          <a:noFill/>
          <a:ln/>
        </p:spPr>
        <p:txBody>
          <a:bodyPr wrap="square" lIns="0" tIns="0" rIns="0" bIns="0" rtlCol="0" anchor="t"/>
          <a:lstStyle/>
          <a:p>
            <a:pPr indent="0" marL="0">
              <a:buNone/>
            </a:pPr>
            <a:r>
              <a:rPr lang="en-US" sz="7200" dirty="0">
                <a:solidFill>
                  <a:srgbClr val="FFFFFF"/>
                </a:solidFill>
                <a:latin typeface="Sora SemiBold" pitchFamily="34" charset="0"/>
                <a:ea typeface="Sora SemiBold" pitchFamily="34" charset="-122"/>
                <a:cs typeface="Sora SemiBold" pitchFamily="34" charset="-120"/>
              </a:rPr>
              <a:t>12</a:t>
            </a:r>
            <a:endParaRPr lang="en-US" sz="7200" dirty="0"/>
          </a:p>
        </p:txBody>
      </p:sp>
      <p:sp>
        <p:nvSpPr>
          <p:cNvPr id="5" name="Text 3"/>
          <p:cNvSpPr txBox="1"/>
          <p:nvPr/>
        </p:nvSpPr>
        <p:spPr>
          <a:xfrm>
            <a:off x="1920240" y="2514600"/>
            <a:ext cx="2743200" cy="457200"/>
          </a:xfrm>
          <a:prstGeom prst="rect">
            <a:avLst/>
          </a:prstGeom>
          <a:noFill/>
          <a:ln/>
        </p:spPr>
        <p:txBody>
          <a:bodyPr wrap="square" lIns="0" tIns="0" rIns="0" bIns="0" rtlCol="0" anchor="t"/>
          <a:lstStyle/>
          <a:p>
            <a:pPr indent="0" marL="0">
              <a:buNone/>
            </a:pPr>
            <a:r>
              <a:rPr lang="en-US" sz="1100" dirty="0">
                <a:solidFill>
                  <a:srgbClr val="9DA1A8"/>
                </a:solidFill>
                <a:latin typeface="Sora" pitchFamily="34" charset="0"/>
                <a:ea typeface="Sora" pitchFamily="34" charset="-122"/>
                <a:cs typeface="Sora" pitchFamily="34" charset="-120"/>
              </a:rPr>
              <a:t>drivers ready for F4 this season</a:t>
            </a:r>
            <a:endParaRPr lang="en-US" sz="1100" dirty="0"/>
          </a:p>
        </p:txBody>
      </p:sp>
      <p:sp>
        <p:nvSpPr>
          <p:cNvPr id="6" name="Shape 4"/>
          <p:cNvSpPr/>
          <p:nvPr/>
        </p:nvSpPr>
        <p:spPr>
          <a:xfrm>
            <a:off x="0" y="3995928"/>
            <a:ext cx="9144000" cy="411480"/>
          </a:xfrm>
          <a:prstGeom prst="rect">
            <a:avLst/>
          </a:prstGeom>
          <a:solidFill>
            <a:srgbClr val="FFFFFF"/>
          </a:solidFill>
          <a:ln/>
        </p:spPr>
      </p:sp>
      <p:sp>
        <p:nvSpPr>
          <p:cNvPr id="7" name="Text 5"/>
          <p:cNvSpPr txBox="1"/>
          <p:nvPr/>
        </p:nvSpPr>
        <p:spPr>
          <a:xfrm>
            <a:off x="420624" y="3995928"/>
            <a:ext cx="8302752" cy="411480"/>
          </a:xfrm>
          <a:prstGeom prst="rect">
            <a:avLst/>
          </a:prstGeom>
          <a:noFill/>
          <a:ln/>
        </p:spPr>
        <p:txBody>
          <a:bodyPr wrap="square" lIns="0" tIns="0" rIns="0" bIns="0" rtlCol="0" anchor="ctr"/>
          <a:lstStyle/>
          <a:p>
            <a:pPr algn="ctr" indent="0" marL="0">
              <a:buNone/>
            </a:pPr>
            <a:r>
              <a:rPr lang="en-US" sz="1300" dirty="0">
                <a:solidFill>
                  <a:srgbClr val="0B0C0E"/>
                </a:solidFill>
                <a:latin typeface="Sora SemiBold" pitchFamily="34" charset="0"/>
                <a:ea typeface="Sora SemiBold" pitchFamily="34" charset="-122"/>
                <a:cs typeface="Sora SemiBold" pitchFamily="34" charset="-120"/>
              </a:rPr>
              <a:t>Strapline band: the conclusion in one sentence</a:t>
            </a:r>
            <a:endParaRPr lang="en-US" sz="1300" dirty="0"/>
          </a:p>
        </p:txBody>
      </p:sp>
      <p:sp>
        <p:nvSpPr>
          <p:cNvPr id="25" name="Slide Number Placeholder 0"/>
          <p:cNvSpPr>
            <a:spLocks noGrp="1"/>
          </p:cNvSpPr>
          <p:nvPr>
            <p:ph type="sldNum" sz="quarter" idx="4294967295"/>
          </p:nvPr>
        </p:nvSpPr>
        <p:spPr>
          <a:xfrm>
            <a:off x="7991856" y="4608576"/>
            <a:ext cx="731520" cy="237744"/>
          </a:xfrm>
          <a:prstGeom prst="rect">
            <a:avLst/>
          </a:prstGeom>
          <a:extLst>
            <a:ext uri="{C572A759-6A51-4108-AA02-DFA0A04FC94B}">
              <ma14:wrappingTextBoxFlag xmlns:ma14="http://schemas.microsoft.com/office/mac/drawingml/2011/main" val="0"/>
            </a:ext>
          </a:extLst>
        </p:spPr>
        <p:txBody>
          <a:bodyPr/>
          <a:lstStyle>
            <a:lvl1pPr>
              <a:defRPr sz="800">
                <a:solidFill>
                  <a:srgbClr val="9DA1A8"/>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20624" y="2103120"/>
            <a:ext cx="7680960" cy="914400"/>
          </a:xfrm>
          <a:prstGeom prst="rect">
            <a:avLst/>
          </a:prstGeom>
          <a:noFill/>
          <a:ln/>
        </p:spPr>
        <p:txBody>
          <a:bodyPr wrap="square" lIns="0" tIns="0" rIns="0" bIns="0" rtlCol="0" anchor="t"/>
          <a:lstStyle/>
          <a:p>
            <a:pPr algn="l" indent="0" marL="0">
              <a:buNone/>
            </a:pPr>
            <a:r>
              <a:rPr lang="en-US" sz="3200" dirty="0">
                <a:solidFill>
                  <a:srgbClr val="FFFFFF"/>
                </a:solidFill>
                <a:latin typeface="Sora SemiBold" pitchFamily="34" charset="0"/>
                <a:ea typeface="Sora SemiBold" pitchFamily="34" charset="-122"/>
                <a:cs typeface="Sora SemiBold" pitchFamily="34" charset="-120"/>
              </a:rPr>
              <a:t>Four seats, chosen on the index.</a:t>
            </a:r>
            <a:endParaRPr lang="en-US" sz="3200" dirty="0"/>
          </a:p>
        </p:txBody>
      </p:sp>
      <p:sp>
        <p:nvSpPr>
          <p:cNvPr id="3" name="Text 0"/>
          <p:cNvSpPr/>
          <p:nvPr>
            <p:ph idx="102" type="body" hasCustomPrompt="1"/>
          </p:nvPr>
        </p:nvSpPr>
        <p:spPr>
          <a:xfrm>
            <a:off x="420624" y="3063240"/>
            <a:ext cx="7680960" cy="457200"/>
          </a:xfrm>
          <a:prstGeom prst="rect">
            <a:avLst/>
          </a:prstGeom>
          <a:noFill/>
          <a:ln/>
        </p:spPr>
        <p:txBody>
          <a:bodyPr wrap="square" lIns="0" tIns="0" rIns="0" bIns="0" rtlCol="0" anchor="t"/>
          <a:lstStyle/>
          <a:p>
            <a:pPr algn="l" indent="0" marL="0">
              <a:buNone/>
            </a:pPr>
            <a:r>
              <a:rPr lang="en-US" sz="1000" dirty="0">
                <a:solidFill>
                  <a:srgbClr val="7FB2FF"/>
                </a:solidFill>
                <a:latin typeface="IBM Plex Mono" pitchFamily="34" charset="0"/>
                <a:ea typeface="IBM Plex Mono" pitchFamily="34" charset="-122"/>
                <a:cs typeface="IBM Plex Mono" pitchFamily="34" charset="-120"/>
              </a:rPr>
              <a:t>name@smedleygroup.com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20624" y="1417320"/>
            <a:ext cx="4572000" cy="1737360"/>
          </a:xfrm>
          <a:prstGeom prst="rect">
            <a:avLst/>
          </a:prstGeom>
          <a:noFill/>
          <a:ln/>
        </p:spPr>
        <p:txBody>
          <a:bodyPr wrap="square" lIns="0" tIns="0" rIns="0" bIns="0" rtlCol="0" anchor="b"/>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Telemetry platform, phase two</a:t>
            </a:r>
            <a:endParaRPr lang="en-US" sz="4000" dirty="0"/>
          </a:p>
        </p:txBody>
      </p:sp>
      <p:sp>
        <p:nvSpPr>
          <p:cNvPr id="3" name="Text 0"/>
          <p:cNvSpPr/>
          <p:nvPr>
            <p:ph idx="102" type="body" hasCustomPrompt="1"/>
          </p:nvPr>
        </p:nvSpPr>
        <p:spPr>
          <a:xfrm>
            <a:off x="420624" y="3291840"/>
            <a:ext cx="4572000" cy="640080"/>
          </a:xfrm>
          <a:prstGeom prst="rect">
            <a:avLst/>
          </a:prstGeom>
          <a:noFill/>
          <a:ln/>
        </p:spPr>
        <p:txBody>
          <a:bodyPr wrap="square" lIns="0" tIns="0" rIns="0" bIns="0" rtlCol="0" anchor="t"/>
          <a:lstStyle/>
          <a:p>
            <a:pPr algn="l" indent="0" marL="0">
              <a:buNone/>
            </a:pPr>
            <a:r>
              <a:rPr lang="en-US" sz="1800" dirty="0">
                <a:solidFill>
                  <a:srgbClr val="9DA1A8"/>
                </a:solidFill>
                <a:latin typeface="Sora Light" pitchFamily="34" charset="0"/>
                <a:ea typeface="Sora Light" pitchFamily="34" charset="-122"/>
                <a:cs typeface="Sora Light" pitchFamily="34" charset="-120"/>
              </a:rPr>
              <a:t>Hardware and software for the 2027 season</a:t>
            </a:r>
            <a:endParaRPr lang="en-US" sz="1800" dirty="0"/>
          </a:p>
        </p:txBody>
      </p:sp>
      <p:sp>
        <p:nvSpPr>
          <p:cNvPr id="4" name="Text 13"/>
          <p:cNvSpPr/>
          <p:nvPr>
            <p:ph idx="116" type="body" hasCustomPrompt="1"/>
          </p:nvPr>
        </p:nvSpPr>
        <p:spPr>
          <a:xfrm>
            <a:off x="420624" y="4389120"/>
            <a:ext cx="4023360" cy="274320"/>
          </a:xfrm>
          <a:prstGeom prst="rect">
            <a:avLst/>
          </a:prstGeom>
          <a:noFill/>
          <a:ln/>
        </p:spPr>
        <p:txBody>
          <a:bodyPr wrap="square" lIns="0" tIns="0" rIns="0" bIns="0" rtlCol="0" anchor="t"/>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Advanced Technology, September 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20624" y="1417320"/>
            <a:ext cx="4572000" cy="1737360"/>
          </a:xfrm>
          <a:prstGeom prst="rect">
            <a:avLst/>
          </a:prstGeom>
          <a:noFill/>
          <a:ln/>
        </p:spPr>
        <p:txBody>
          <a:bodyPr wrap="square" lIns="0" tIns="0" rIns="0" bIns="0" rtlCol="0" anchor="b"/>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Fan engagement, season insights</a:t>
            </a:r>
            <a:endParaRPr lang="en-US" sz="4000" dirty="0"/>
          </a:p>
        </p:txBody>
      </p:sp>
      <p:sp>
        <p:nvSpPr>
          <p:cNvPr id="3" name="Text 0"/>
          <p:cNvSpPr/>
          <p:nvPr>
            <p:ph idx="102" type="body" hasCustomPrompt="1"/>
          </p:nvPr>
        </p:nvSpPr>
        <p:spPr>
          <a:xfrm>
            <a:off x="420624" y="3291840"/>
            <a:ext cx="4572000" cy="640080"/>
          </a:xfrm>
          <a:prstGeom prst="rect">
            <a:avLst/>
          </a:prstGeom>
          <a:noFill/>
          <a:ln/>
        </p:spPr>
        <p:txBody>
          <a:bodyPr wrap="square" lIns="0" tIns="0" rIns="0" bIns="0" rtlCol="0" anchor="t"/>
          <a:lstStyle/>
          <a:p>
            <a:pPr algn="l" indent="0" marL="0">
              <a:buNone/>
            </a:pPr>
            <a:r>
              <a:rPr lang="en-US" sz="1800" dirty="0">
                <a:solidFill>
                  <a:srgbClr val="9DA1A8"/>
                </a:solidFill>
                <a:latin typeface="Sora Light" pitchFamily="34" charset="0"/>
                <a:ea typeface="Sora Light" pitchFamily="34" charset="-122"/>
                <a:cs typeface="Sora Light" pitchFamily="34" charset="-120"/>
              </a:rPr>
              <a:t>What the simulation says about the title race</a:t>
            </a:r>
            <a:endParaRPr lang="en-US" sz="1800" dirty="0"/>
          </a:p>
        </p:txBody>
      </p:sp>
      <p:sp>
        <p:nvSpPr>
          <p:cNvPr id="4" name="Text 13"/>
          <p:cNvSpPr/>
          <p:nvPr>
            <p:ph idx="116" type="body" hasCustomPrompt="1"/>
          </p:nvPr>
        </p:nvSpPr>
        <p:spPr>
          <a:xfrm>
            <a:off x="420624" y="4389120"/>
            <a:ext cx="4023360" cy="274320"/>
          </a:xfrm>
          <a:prstGeom prst="rect">
            <a:avLst/>
          </a:prstGeom>
          <a:noFill/>
          <a:ln/>
        </p:spPr>
        <p:txBody>
          <a:bodyPr wrap="square" lIns="0" tIns="0" rIns="0" bIns="0" rtlCol="0" anchor="t"/>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Insight Labs, September 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20624" y="1417320"/>
            <a:ext cx="4572000" cy="1737360"/>
          </a:xfrm>
          <a:prstGeom prst="rect">
            <a:avLst/>
          </a:prstGeom>
          <a:noFill/>
          <a:ln/>
        </p:spPr>
        <p:txBody>
          <a:bodyPr wrap="square" lIns="0" tIns="0" rIns="0" bIns="0" rtlCol="0" anchor="b"/>
          <a:lstStyle/>
          <a:p>
            <a:pPr algn="l" indent="0" marL="0">
              <a:buNone/>
            </a:pPr>
            <a:r>
              <a:rPr lang="en-US" sz="4000" dirty="0">
                <a:solidFill>
                  <a:srgbClr val="FFFFFF"/>
                </a:solidFill>
                <a:latin typeface="Sora SemiBold" pitchFamily="34" charset="0"/>
                <a:ea typeface="Sora SemiBold" pitchFamily="34" charset="-122"/>
                <a:cs typeface="Sora SemiBold" pitchFamily="34" charset="-120"/>
              </a:rPr>
              <a:t>2027 F4 driver line-up</a:t>
            </a:r>
            <a:endParaRPr lang="en-US" sz="4000" dirty="0"/>
          </a:p>
        </p:txBody>
      </p:sp>
      <p:sp>
        <p:nvSpPr>
          <p:cNvPr id="3" name="Text 0"/>
          <p:cNvSpPr/>
          <p:nvPr>
            <p:ph idx="102" type="body" hasCustomPrompt="1"/>
          </p:nvPr>
        </p:nvSpPr>
        <p:spPr>
          <a:xfrm>
            <a:off x="420624" y="3291840"/>
            <a:ext cx="4572000" cy="640080"/>
          </a:xfrm>
          <a:prstGeom prst="rect">
            <a:avLst/>
          </a:prstGeom>
          <a:noFill/>
          <a:ln/>
        </p:spPr>
        <p:txBody>
          <a:bodyPr wrap="square" lIns="0" tIns="0" rIns="0" bIns="0" rtlCol="0" anchor="t"/>
          <a:lstStyle/>
          <a:p>
            <a:pPr algn="l" indent="0" marL="0">
              <a:buNone/>
            </a:pPr>
            <a:r>
              <a:rPr lang="en-US" sz="1800" dirty="0">
                <a:solidFill>
                  <a:srgbClr val="9DA1A8"/>
                </a:solidFill>
                <a:latin typeface="Sora Light" pitchFamily="34" charset="0"/>
                <a:ea typeface="Sora Light" pitchFamily="34" charset="-122"/>
                <a:cs typeface="Sora Light" pitchFamily="34" charset="-120"/>
              </a:rPr>
              <a:t>Four drivers promoted from the league</a:t>
            </a:r>
            <a:endParaRPr lang="en-US" sz="1800" dirty="0"/>
          </a:p>
        </p:txBody>
      </p:sp>
      <p:sp>
        <p:nvSpPr>
          <p:cNvPr id="4" name="Text 13"/>
          <p:cNvSpPr/>
          <p:nvPr>
            <p:ph idx="116" type="body" hasCustomPrompt="1"/>
          </p:nvPr>
        </p:nvSpPr>
        <p:spPr>
          <a:xfrm>
            <a:off x="420624" y="4389120"/>
            <a:ext cx="4023360" cy="274320"/>
          </a:xfrm>
          <a:prstGeom prst="rect">
            <a:avLst/>
          </a:prstGeom>
          <a:noFill/>
          <a:ln/>
        </p:spPr>
        <p:txBody>
          <a:bodyPr wrap="square" lIns="0" tIns="0" rIns="0" bIns="0" rtlCol="0" anchor="t"/>
          <a:lstStyle/>
          <a:p>
            <a:pPr algn="l" indent="0" marL="0">
              <a:buNone/>
            </a:pPr>
            <a:r>
              <a:rPr lang="en-US" sz="900" dirty="0">
                <a:solidFill>
                  <a:srgbClr val="7FB2FF"/>
                </a:solidFill>
                <a:latin typeface="IBM Plex Mono" pitchFamily="34" charset="0"/>
                <a:ea typeface="IBM Plex Mono" pitchFamily="34" charset="-122"/>
                <a:cs typeface="IBM Plex Mono" pitchFamily="34" charset="-120"/>
              </a:rPr>
              <a:t>FAT Racing, September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ora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or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Smedley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Smedley Group presentation template</dc:title>
  <dc:subject>PptxGenJS Presentation</dc:subject>
  <dc:creator>Smedley Group</dc:creator>
  <cp:lastModifiedBy>Smedley Group</cp:lastModifiedBy>
  <cp:revision>1</cp:revision>
  <dcterms:created xsi:type="dcterms:W3CDTF">2026-09-26T13:54:24Z</dcterms:created>
  <dcterms:modified xsi:type="dcterms:W3CDTF">2026-09-26T13:54:24Z</dcterms:modified>
</cp:coreProperties>
</file>